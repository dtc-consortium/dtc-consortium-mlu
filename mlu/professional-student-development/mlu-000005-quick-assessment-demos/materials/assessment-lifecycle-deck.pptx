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svg" ContentType="image/svg+xml"/>
  <Override PartName="/ppt/media/image10.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firstSlideNum="0">
  <p:sldMasterIdLst>
    <p:sldMasterId id="2147483682" r:id="rId4"/>
    <p:sldMasterId id="2147483737" r:id="rId5"/>
  </p:sldMasterIdLst>
  <p:notesMasterIdLst>
    <p:notesMasterId r:id="rId54"/>
  </p:notesMasterIdLst>
  <p:handoutMasterIdLst>
    <p:handoutMasterId r:id="rId55"/>
  </p:handoutMasterIdLst>
  <p:sldIdLst>
    <p:sldId id="256" r:id="rId15"/>
    <p:sldId id="257" r:id="rId16"/>
    <p:sldId id="258" r:id="rId17"/>
    <p:sldId id="259" r:id="rId18"/>
    <p:sldId id="260" r:id="rId19"/>
    <p:sldId id="261" r:id="rId20"/>
    <p:sldId id="262" r:id="rId21"/>
    <p:sldId id="263" r:id="rId22"/>
    <p:sldId id="264" r:id="rId23"/>
    <p:sldId id="265" r:id="rId24"/>
    <p:sldId id="266" r:id="rId25"/>
    <p:sldId id="267" r:id="rId26"/>
    <p:sldId id="268" r:id="rId27"/>
    <p:sldId id="269" r:id="rId28"/>
    <p:sldId id="270" r:id="rId29"/>
    <p:sldId id="271" r:id="rId30"/>
    <p:sldId id="272" r:id="rId31"/>
    <p:sldId id="273" r:id="rId32"/>
    <p:sldId id="274" r:id="rId33"/>
    <p:sldId id="275" r:id="rId34"/>
    <p:sldId id="276" r:id="rId35"/>
    <p:sldId id="277" r:id="rId36"/>
    <p:sldId id="278" r:id="rId37"/>
    <p:sldId id="279" r:id="rId38"/>
    <p:sldId id="280" r:id="rId39"/>
    <p:sldId id="281" r:id="rId40"/>
    <p:sldId id="282" r:id="rId41"/>
    <p:sldId id="283" r:id="rId42"/>
    <p:sldId id="284"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GESS" id="{CD29181B-884C-9645-943C-D9AC4CE7042A}">
          <p14:sldIdLst>
            <p14:sldId id="2147483010"/>
            <p14:sldId id="2147483468"/>
            <p14:sldId id="2147483469"/>
          </p14:sldIdLst>
        </p14:section>
        <p14:section name="Agenda and course overview" id="{2413A684-0A17-044C-B889-13CBD883B1C6}">
          <p14:sldIdLst>
            <p14:sldId id="259"/>
            <p14:sldId id="2147483447"/>
          </p14:sldIdLst>
        </p14:section>
        <p14:section name="LLM and Agentic AI" id="{C5D8F729-792E-2F43-9EC7-11A0A1844271}">
          <p14:sldIdLst>
            <p14:sldId id="2147482919"/>
            <p14:sldId id="2147483012"/>
            <p14:sldId id="2147483445"/>
            <p14:sldId id="2147483448"/>
            <p14:sldId id="2147482920"/>
            <p14:sldId id="2147482921"/>
            <p14:sldId id="2147483460"/>
            <p14:sldId id="2147482924"/>
            <p14:sldId id="2147483104"/>
            <p14:sldId id="2147482918"/>
            <p14:sldId id="2147482925"/>
            <p14:sldId id="2147483107"/>
            <p14:sldId id="2147483108"/>
            <p14:sldId id="2147482923"/>
            <p14:sldId id="2147483449"/>
            <p14:sldId id="2147482970"/>
            <p14:sldId id="2147482976"/>
          </p14:sldIdLst>
        </p14:section>
        <p14:section name="Should i use or not use agents?" id="{02D9C61A-310D-CA40-993C-39B082C475B0}">
          <p14:sldIdLst>
            <p14:sldId id="2147483450"/>
            <p14:sldId id="2147482992"/>
            <p14:sldId id="2147483451"/>
            <p14:sldId id="2147483116"/>
          </p14:sldIdLst>
        </p14:section>
        <p14:section name="Responsible AI and Agentic Evaluation" id="{DDFA1EF7-8C2E-E449-A68E-BFC2158E3196}">
          <p14:sldIdLst>
            <p14:sldId id="2147483452"/>
            <p14:sldId id="2147483441"/>
            <p14:sldId id="2147482943"/>
            <p14:sldId id="2147482942"/>
            <p14:sldId id="2147482912"/>
            <p14:sldId id="2147482889"/>
          </p14:sldIdLst>
        </p14:section>
        <p14:section name="Agentic Landscape and Orchestration Patterns" id="{186C0834-2549-FF4C-BE3E-695891BDC3A4}">
          <p14:sldIdLst>
            <p14:sldId id="2147483456"/>
            <p14:sldId id="2147483121"/>
            <p14:sldId id="2147482902"/>
          </p14:sldIdLst>
        </p14:section>
        <p14:section name="Agentic AI use-cases and applications" id="{A3AECCB6-1332-7A41-A6C5-4C48D47CB9A0}">
          <p14:sldIdLst>
            <p14:sldId id="2147483457"/>
            <p14:sldId id="2147482804"/>
            <p14:sldId id="2147482940"/>
            <p14:sldId id="2147483463"/>
            <p14:sldId id="2147482698"/>
            <p14:sldId id="2147482700"/>
            <p14:sldId id="2147482704"/>
            <p14:sldId id="2147483465"/>
            <p14:sldId id="2147483466"/>
            <p14:sldId id="2147483467"/>
          </p14:sldIdLst>
        </p14:section>
        <p14:section name="Key Takeaways" id="{0E38670B-6549-9248-9B0B-DE23F6F00CA6}">
          <p14:sldIdLst>
            <p14:sldId id="2147483459"/>
            <p14:sldId id="2147482909"/>
            <p14:sldId id="264"/>
          </p14:sldIdLst>
        </p14:section>
      </p14:sectionLst>
    </p:ext>
    <p:ext uri="{EFAFB233-063F-42B5-8137-9DF3F51BA10A}">
      <p15:sldGuideLst xmlns:p15="http://schemas.microsoft.com/office/powerpoint/2012/main">
        <p15:guide id="1" pos="480" userDrawn="1">
          <p15:clr>
            <a:srgbClr val="A4A3A4"/>
          </p15:clr>
        </p15:guide>
        <p15:guide id="2" orient="horz" pos="4008" userDrawn="1">
          <p15:clr>
            <a:srgbClr val="A4A3A4"/>
          </p15:clr>
        </p15:guide>
        <p15:guide id="3" pos="7224" userDrawn="1">
          <p15:clr>
            <a:srgbClr val="A4A3A4"/>
          </p15:clr>
        </p15:guide>
        <p15:guide id="4" orient="horz" pos="1296"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358941C-36CC-BFC6-4C6B-47F4305D6732}" name="Santamaria, Lucia" initials="SL" userId="S::lucsan@amazon.de::64922d52-8aee-43a6-86df-012aaac0a26b" providerId="AD"/>
  <p188:author id="{B21EF92D-48C6-282F-0031-3DC2F31D2573}" name="Kropf, Brian" initials="KB" userId="S::krobrian@amazon.com::c63af848-665c-452d-815e-8ac21dc3f11f" providerId="AD"/>
  <p188:author id="{53DC575D-4F47-FE70-A360-0B31C55311E5}" name="Ray, Shayan" initials="RS" userId="S::shayaray@amazon.com::fb48f830-8f54-4b36-a6d4-9deb707f02f7" providerId="AD"/>
  <p188:author id="{D988D46B-2990-9E28-47B4-2DE0B3363FCA}" name="dos Santos Junior, Jose Cassio" initials="dC" userId="S::jcsantos@amazon.com::af0e788e-37db-4630-baa1-2a57e9b3177b" providerId="AD"/>
  <p188:author id="{407396C3-174F-4AEE-3DB1-4F5C2D5C9FEC}" name="Blake, Daniel" initials="BD" userId="S::dnblak@amazon.com::9fc9fc08-ed9d-4095-835a-a8aabfdf3406" providerId="AD"/>
  <p188:author id="{884ABEC7-E42E-722B-A45E-254CB024DB27}" name="Bugbee, Erin" initials="BE" userId="S::ebugbee@amazon.com::02aa6560-d6c2-4459-88b5-082d005fb02d" providerId="AD"/>
  <p188:author id="{7CF3A5CE-0857-01CC-3FDE-0343B1638E93}" name="Register, Yim" initials="RY" userId="S::yimreg@amazon.com::22f041f4-ee07-4e0c-aea1-038c18855768" providerId="AD"/>
  <p188:author id="{21ACA5DA-C8B7-1391-29AB-F90CD94C96B6}" name="Kamat, Anand" initials="" userId="S::kamatana@amazon.com::db31e976-f8cf-42c9-8c9c-71f00b9d762b" providerId="AD"/>
  <p188:author id="{ED6B04E2-A56C-A5FF-8B13-8BF654F12565}" name="Barlow, Avis [C]" initials="BA" userId="S::avbarlol@amazon.com::3f9395b9-6861-4ed8-bd55-e62121c423ad" providerId="AD"/>
  <p188:author id="{8FA284E9-7BF5-FE6C-57B3-4318DE685648}" name="Fakhraei, Shobeir" initials="FS" userId="S::shobeir@amazon.com::f7a37333-1dc3-4207-9a08-b03a3725b5b5" providerId="AD"/>
  <p188:author id="{0A1E15F3-96D9-FBBF-B1EB-260643F39999}" name="Fedeli, Melania" initials="FM" userId="S::melaniaf@amazon.com::899f2b1d-3cb1-4ea8-ab90-1eca18f0d5f3"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Kabik, Gabriel" initials="KG" lastIdx="2" clrIdx="0">
    <p:extLst>
      <p:ext uri="{19B8F6BF-5375-455C-9EA6-DF929625EA0E}">
        <p15:presenceInfo xmlns:p15="http://schemas.microsoft.com/office/powerpoint/2012/main" userId="Kabik, Gabriel"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5F5"/>
    <a:srgbClr val="F4F4F4"/>
    <a:srgbClr val="F6F8FF"/>
    <a:srgbClr val="CBCCD3"/>
    <a:srgbClr val="E9EAF2"/>
    <a:srgbClr val="0D65C0"/>
    <a:srgbClr val="2F5BF9"/>
    <a:srgbClr val="83CBEB"/>
    <a:srgbClr val="ED7D31"/>
    <a:srgbClr val="A97F0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F5E593-0E3D-364D-9AB9-6D69B73BB3F9}" v="234" dt="2026-03-13T22:20:22.14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36"/>
    <p:restoredTop sz="71096"/>
  </p:normalViewPr>
  <p:slideViewPr>
    <p:cSldViewPr snapToGrid="0">
      <p:cViewPr varScale="1">
        <p:scale>
          <a:sx n="88" d="100"/>
          <a:sy n="88" d="100"/>
        </p:scale>
        <p:origin x="1768" y="184"/>
      </p:cViewPr>
      <p:guideLst>
        <p:guide pos="480"/>
        <p:guide orient="horz" pos="4008"/>
        <p:guide pos="7224"/>
        <p:guide orient="horz" pos="129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15" Type="http://schemas.openxmlformats.org/officeDocument/2006/relationships/slide" Target="slides/slide1.xml"/><Relationship Id="rId16" Type="http://schemas.openxmlformats.org/officeDocument/2006/relationships/slide" Target="slides/slide2.xml"/><Relationship Id="rId17" Type="http://schemas.openxmlformats.org/officeDocument/2006/relationships/slide" Target="slides/slide3.xml"/><Relationship Id="rId18" Type="http://schemas.openxmlformats.org/officeDocument/2006/relationships/slide" Target="slides/slide4.xml"/><Relationship Id="rId19" Type="http://schemas.openxmlformats.org/officeDocument/2006/relationships/slide" Target="slides/slide5.xml"/><Relationship Id="rId20" Type="http://schemas.openxmlformats.org/officeDocument/2006/relationships/slide" Target="slides/slide6.xml"/><Relationship Id="rId21" Type="http://schemas.openxmlformats.org/officeDocument/2006/relationships/slide" Target="slides/slide7.xml"/><Relationship Id="rId22" Type="http://schemas.openxmlformats.org/officeDocument/2006/relationships/slide" Target="slides/slide8.xml"/><Relationship Id="rId23" Type="http://schemas.openxmlformats.org/officeDocument/2006/relationships/slide" Target="slides/slide9.xml"/><Relationship Id="rId24" Type="http://schemas.openxmlformats.org/officeDocument/2006/relationships/slide" Target="slides/slide10.xml"/><Relationship Id="rId25" Type="http://schemas.openxmlformats.org/officeDocument/2006/relationships/slide" Target="slides/slide11.xml"/><Relationship Id="rId26" Type="http://schemas.openxmlformats.org/officeDocument/2006/relationships/slide" Target="slides/slide12.xml"/><Relationship Id="rId27" Type="http://schemas.openxmlformats.org/officeDocument/2006/relationships/slide" Target="slides/slide13.xml"/><Relationship Id="rId28" Type="http://schemas.openxmlformats.org/officeDocument/2006/relationships/slide" Target="slides/slide14.xml"/><Relationship Id="rId29" Type="http://schemas.openxmlformats.org/officeDocument/2006/relationships/slide" Target="slides/slide15.xml"/><Relationship Id="rId30" Type="http://schemas.openxmlformats.org/officeDocument/2006/relationships/slide" Target="slides/slide16.xml"/><Relationship Id="rId31" Type="http://schemas.openxmlformats.org/officeDocument/2006/relationships/slide" Target="slides/slide17.xml"/><Relationship Id="rId32" Type="http://schemas.openxmlformats.org/officeDocument/2006/relationships/slide" Target="slides/slide18.xml"/><Relationship Id="rId33" Type="http://schemas.openxmlformats.org/officeDocument/2006/relationships/slide" Target="slides/slide19.xml"/><Relationship Id="rId34" Type="http://schemas.openxmlformats.org/officeDocument/2006/relationships/slide" Target="slides/slide20.xml"/><Relationship Id="rId35" Type="http://schemas.openxmlformats.org/officeDocument/2006/relationships/slide" Target="slides/slide21.xml"/><Relationship Id="rId36" Type="http://schemas.openxmlformats.org/officeDocument/2006/relationships/slide" Target="slides/slide22.xml"/><Relationship Id="rId37" Type="http://schemas.openxmlformats.org/officeDocument/2006/relationships/slide" Target="slides/slide23.xml"/><Relationship Id="rId38" Type="http://schemas.openxmlformats.org/officeDocument/2006/relationships/slide" Target="slides/slide24.xml"/><Relationship Id="rId39" Type="http://schemas.openxmlformats.org/officeDocument/2006/relationships/slide" Target="slides/slide25.xml"/><Relationship Id="rId40" Type="http://schemas.openxmlformats.org/officeDocument/2006/relationships/slide" Target="slides/slide26.xml"/><Relationship Id="rId41" Type="http://schemas.openxmlformats.org/officeDocument/2006/relationships/slide" Target="slides/slide27.xml"/><Relationship Id="rId42" Type="http://schemas.openxmlformats.org/officeDocument/2006/relationships/slide" Target="slides/slide28.xml"/><Relationship Id="rId43" Type="http://schemas.openxmlformats.org/officeDocument/2006/relationships/slide" Target="slides/slide29.xml"/><Relationship Id="rId54" Type="http://schemas.openxmlformats.org/officeDocument/2006/relationships/notesMaster" Target="notesMasters/notesMaster1.xml"/><Relationship Id="rId55" Type="http://schemas.openxmlformats.org/officeDocument/2006/relationships/handoutMaster" Target="handoutMasters/handoutMaster1.xml"/><Relationship Id="rId56" Type="http://schemas.openxmlformats.org/officeDocument/2006/relationships/commentAuthors" Target="commentAuthors.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 Id="rId61" Type="http://schemas.microsoft.com/office/2015/10/relationships/revisionInfo" Target="revisionInfo.xml"/><Relationship Id="rId6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4A2BD98-E466-4785-841B-013D193175C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073A0C0-F9BF-4503-A55A-8B78FDC361B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5E18304-B901-4B88-88DF-6EF656D9D7C1}" type="datetimeFigureOut">
              <a:rPr lang="en-US" smtClean="0"/>
              <a:t>7/13/26</a:t>
            </a:fld>
            <a:endParaRPr lang="en-US"/>
          </a:p>
        </p:txBody>
      </p:sp>
      <p:sp>
        <p:nvSpPr>
          <p:cNvPr id="4" name="Footer Placeholder 3">
            <a:extLst>
              <a:ext uri="{FF2B5EF4-FFF2-40B4-BE49-F238E27FC236}">
                <a16:creationId xmlns:a16="http://schemas.microsoft.com/office/drawing/2014/main" id="{029B3E4A-6B2A-4ABE-8D7B-04D6EF6B06D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EE3251C-DB54-4706-A170-57A324D0B04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EF12647-BAC8-434E-9FB1-B57A423DD2BC}" type="slidenum">
              <a:rPr lang="en-US" smtClean="0"/>
              <a:t>‹#›</a:t>
            </a:fld>
            <a:endParaRPr lang="en-US"/>
          </a:p>
        </p:txBody>
      </p:sp>
    </p:spTree>
    <p:extLst>
      <p:ext uri="{BB962C8B-B14F-4D97-AF65-F5344CB8AC3E}">
        <p14:creationId xmlns:p14="http://schemas.microsoft.com/office/powerpoint/2010/main" val="31652639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5A8328-E889-9144-BC08-449A0A7882B8}" type="datetimeFigureOut">
              <a:rPr lang="en-US" smtClean="0"/>
              <a:t>7/13/26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FE715F-FB35-DA4C-8E4A-393E633F1B0F}" type="slidenum">
              <a:rPr lang="en-US" smtClean="0"/>
              <a:t>‹#›</a:t>
            </a:fld>
            <a:endParaRPr lang="en-US"/>
          </a:p>
        </p:txBody>
      </p:sp>
    </p:spTree>
    <p:extLst>
      <p:ext uri="{BB962C8B-B14F-4D97-AF65-F5344CB8AC3E}">
        <p14:creationId xmlns:p14="http://schemas.microsoft.com/office/powerpoint/2010/main" val="14599567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this up before you say anything and leave it up while people settle. Tell them to scan it now — everything today comes out of this folder, and nobody is signed into anything yet. The same code is in the bottom-left corner of every slide from here on, so latecomers can pick it up at any point. Read the short link aloud for anyone who can't scan. This slide is numbered 0: the deck was approved at 28 slides and every cross-reference still points at the right one.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Ninety minutes, four tools, one assignment. Everything you'll see runs on synthetic student work, and by the end you'll have used two of the tools on your own course.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Volunteers are circulating. While the room signs in, everyone grades Marcus's paper using only the rubric on the handout. Hard stop at 12 minutes — anyone still stuck pairs with a neighbor.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of the four segments are hands-on. The Kiro segment is a demo — you watch the spec get reviewed, then the grader run.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poll, not a quiz. Count hands for each letter and say the result out loud; a volunteer writes the tally down — you need it on slide 11. Most rooms land on B. Reveal nothing: if a CS faculty member spots the errors, ask them to hold it for slide 12.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 the rubric, harden the assignment, grade against it, and let students self-check before they submit. The same assignment and the same rubric run through all four.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sophomore data-structures paper. Most of you aren't CS faculty, and that's the point: watch what the rubric makes visible to a grader who isn't an expert.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student is here to test one thing. Aisha is the control. Marcus is the fluent, wrong paper. Priya is the reflection. Leila is the draft that shows what Partial looks like. Diego tests whether the grader notices someone who submitted nothing.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A. Six minutes of demo, then twelve minutes on your own assignment.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rubric you just used. It's a very normal rubric. 60 of the 100 points go to organization, mechanics, and length — things anyone can see. 'Understanding' is never defined, and nothing asks whether a single claim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Built in Amazon Quick Apps with no code. The 'present when' line is the part most rubrics don't have — it says what has to be on the page for a criterion to count as attempted, and it's what Triage uses in the last demo.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Marcus through the Stress Test tab live. Compare with the room's vote from the start. REHEARSAL: replace these hand-scored numbers with the recorded run.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confident sentences, three errors, each contradicted by a specific line in the course reading. The weak rubric never asked anyone to check. The generated rubric's correctness criterion names what correct looks like.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Twelve minutes. Volunteers float. The build steps are on the prompt card in the shared folder — read them out once while the room scans the QR code, then let people work. Anyone without an assignment handy can use the sample assignment. Save the rubric — you'll use it again in AI-Proofing and Triage.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minutes, hands-on, on the assignment you just built a rubric for.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Prediction first — have them write it down before anyone opens anything. Then the build steps from PROMPT-2's card. The best revisions tie the work to your course, your class, or the student's own process.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presenter-driven demo — attendees watch; Kiro isn't on your machines today.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Kiro writes the requirements before any code. Ask the room which criterion can't be tested. Answer: ② — 'fairly' has no pass/fail test. Fixing it in the spec costs a sentence; fixing it after the code exists costs a rebuild.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decisions carry the grader. The model never does arithmetic. 'Correct' is judged against your course material. And a missing student is surfaced, not skipped.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the grader on all five. Point at Marcus (caught), and Diego (flagged, not scored). REHEARSAL: replace with the recorded run.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B. The one live build step of the day.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Paste this line into the Quick app builder live. It extends the grading app into a student-facing triage mode. The strongest guarantee it can't score is that it never reads the weights.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paper, two modes. Triage shows Missing four times while there's still time to fix it. Grade mode shows the F it would have been. Then show Leila: Partial is what an honest unfinished draft looks like.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limit out loud before someone asks. Triage checks that a thing is there, not that it's right — that's the grader's job, and yours.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Everyone attacks the student-facing app from their own seat. Collect anything that gets through — it goes straight into the guardrail test script.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Adapt Triage to the rubric you built in the first hands-on, using the steps on PROMPT-3's card. A three-sentence fake draft is enough to see Present, Partial, and Missing. A status without a quote is a guess — that is the thing to catch.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you made today, plus the kit to make them again.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rules that travel with every tool you saw today.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3.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3.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3.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3.em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microsoft.com/office/2007/relationships/hdphoto" Target="../media/hdphoto1.wdp"/><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8.png"/><Relationship Id="rId4" Type="http://schemas.openxmlformats.org/officeDocument/2006/relationships/image" Target="../media/image1.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e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10.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3.emf"/></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3.emf"/></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3.emf"/></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3.em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image" Target="../media/image1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2.xml"/><Relationship Id="rId3" Type="http://schemas.openxmlformats.org/officeDocument/2006/relationships/image" Target="../media/image11.png"/></Relationships>
</file>

<file path=ppt/slideLayouts/_rels/slideLayout36.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2.xml"/><Relationship Id="rId3" Type="http://schemas.openxmlformats.org/officeDocument/2006/relationships/image" Target="../media/image11.png"/></Relationships>
</file>

<file path=ppt/slideLayouts/_rels/slideLayout37.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2.xml"/><Relationship Id="rId3" Type="http://schemas.openxmlformats.org/officeDocument/2006/relationships/image" Target="../media/image11.png"/></Relationships>
</file>

<file path=ppt/slideLayouts/_rels/slideLayout38.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2.xml"/><Relationship Id="rId3" Type="http://schemas.openxmlformats.org/officeDocument/2006/relationships/image" Target="../media/image11.png"/></Relationships>
</file>

<file path=ppt/slideLayouts/_rels/slideLayout39.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2.xml"/><Relationship Id="rId3" Type="http://schemas.openxmlformats.org/officeDocument/2006/relationships/image" Target="../media/image11.png"/></Relationships>
</file>

<file path=ppt/slideLayouts/_rels/slideLayout40.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 Id="rId3" Type="http://schemas.openxmlformats.org/officeDocument/2006/relationships/image" Target="../media/image3.emf"/></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Course Title">
    <p:bg>
      <p:bgPr>
        <a:gradFill flip="none" rotWithShape="1">
          <a:gsLst>
            <a:gs pos="40000">
              <a:schemeClr val="tx2"/>
            </a:gs>
            <a:gs pos="0">
              <a:schemeClr val="tx1"/>
            </a:gs>
            <a:gs pos="100000">
              <a:schemeClr val="accent1"/>
            </a:gs>
            <a:gs pos="74000">
              <a:srgbClr val="0070C0"/>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5040F-6D1B-4D4A-912D-B0B2C078D0D9}"/>
              </a:ext>
            </a:extLst>
          </p:cNvPr>
          <p:cNvSpPr>
            <a:spLocks noGrp="1"/>
          </p:cNvSpPr>
          <p:nvPr>
            <p:ph type="title" hasCustomPrompt="1"/>
          </p:nvPr>
        </p:nvSpPr>
        <p:spPr>
          <a:xfrm>
            <a:off x="609461" y="1497638"/>
            <a:ext cx="10515600" cy="1838594"/>
          </a:xfrm>
          <a:prstGeom prst="rect">
            <a:avLst/>
          </a:prstGeom>
          <a:noFill/>
        </p:spPr>
        <p:txBody>
          <a:bodyPr anchor="b"/>
          <a:lstStyle>
            <a:lvl1pPr fontAlgn="t">
              <a:defRPr sz="6000">
                <a:solidFill>
                  <a:schemeClr val="bg1"/>
                </a:solidFill>
              </a:defRPr>
            </a:lvl1pPr>
          </a:lstStyle>
          <a:p>
            <a:r>
              <a:rPr lang="en-US"/>
              <a:t>[Course Title]</a:t>
            </a:r>
          </a:p>
        </p:txBody>
      </p:sp>
      <p:sp>
        <p:nvSpPr>
          <p:cNvPr id="3" name="Text Placeholder 2">
            <a:extLst>
              <a:ext uri="{FF2B5EF4-FFF2-40B4-BE49-F238E27FC236}">
                <a16:creationId xmlns:a16="http://schemas.microsoft.com/office/drawing/2014/main" id="{F22FD542-D5D7-DD49-81BB-5A2F9282132B}"/>
              </a:ext>
            </a:extLst>
          </p:cNvPr>
          <p:cNvSpPr>
            <a:spLocks noGrp="1"/>
          </p:cNvSpPr>
          <p:nvPr>
            <p:ph type="body" idx="1"/>
          </p:nvPr>
        </p:nvSpPr>
        <p:spPr>
          <a:xfrm>
            <a:off x="609461" y="3429000"/>
            <a:ext cx="1051560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4" name="Picture 3">
            <a:extLst>
              <a:ext uri="{FF2B5EF4-FFF2-40B4-BE49-F238E27FC236}">
                <a16:creationId xmlns:a16="http://schemas.microsoft.com/office/drawing/2014/main" id="{45E0761E-EF4D-3FBD-8B61-46FEBE305AB3}"/>
              </a:ext>
            </a:extLst>
          </p:cNvPr>
          <p:cNvPicPr>
            <a:picLocks noChangeAspect="1"/>
          </p:cNvPicPr>
          <p:nvPr userDrawn="1"/>
        </p:nvPicPr>
        <p:blipFill>
          <a:blip r:embed="rId2">
            <a:alphaModFix amt="15000"/>
          </a:blip>
          <a:stretch>
            <a:fillRect/>
          </a:stretch>
        </p:blipFill>
        <p:spPr>
          <a:xfrm>
            <a:off x="6657654" y="1497638"/>
            <a:ext cx="5997354" cy="5360362"/>
          </a:xfrm>
          <a:prstGeom prst="rect">
            <a:avLst/>
          </a:prstGeom>
        </p:spPr>
      </p:pic>
    </p:spTree>
    <p:extLst>
      <p:ext uri="{BB962C8B-B14F-4D97-AF65-F5344CB8AC3E}">
        <p14:creationId xmlns:p14="http://schemas.microsoft.com/office/powerpoint/2010/main" val="26062631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Module Title">
    <p:bg>
      <p:bgPr>
        <a:gradFill flip="none" rotWithShape="1">
          <a:gsLst>
            <a:gs pos="0">
              <a:schemeClr val="tx2">
                <a:lumMod val="90000"/>
                <a:lumOff val="10000"/>
              </a:schemeClr>
            </a:gs>
            <a:gs pos="23000">
              <a:schemeClr val="tx2">
                <a:lumMod val="97000"/>
                <a:lumOff val="3000"/>
              </a:schemeClr>
            </a:gs>
            <a:gs pos="69000">
              <a:schemeClr val="tx2">
                <a:lumMod val="83000"/>
              </a:schemeClr>
            </a:gs>
            <a:gs pos="97000">
              <a:schemeClr val="tx2">
                <a:lumMod val="73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E62F7DC0-C9F6-40AE-95A2-3520AC5A171A}"/>
              </a:ext>
            </a:extLst>
          </p:cNvPr>
          <p:cNvSpPr>
            <a:spLocks noGrp="1"/>
          </p:cNvSpPr>
          <p:nvPr>
            <p:ph type="ctrTitle" hasCustomPrompt="1"/>
          </p:nvPr>
        </p:nvSpPr>
        <p:spPr>
          <a:xfrm>
            <a:off x="1524000" y="2468199"/>
            <a:ext cx="9144000" cy="748095"/>
          </a:xfrm>
          <a:prstGeom prst="rect">
            <a:avLst/>
          </a:prstGeom>
          <a:noFill/>
        </p:spPr>
        <p:txBody>
          <a:bodyPr anchor="b">
            <a:noAutofit/>
          </a:bodyPr>
          <a:lstStyle>
            <a:lvl1pPr algn="ctr">
              <a:defRPr sz="5400" baseline="0">
                <a:solidFill>
                  <a:schemeClr val="bg1"/>
                </a:solidFill>
                <a:latin typeface="Amazon Ember Medium" panose="020B0603020204030204" pitchFamily="34" charset="0"/>
                <a:ea typeface="Amazon Ember Medium" panose="020B0603020204030204" pitchFamily="34" charset="0"/>
                <a:cs typeface="Amazon Ember Medium" panose="020B0603020204030204" pitchFamily="34" charset="0"/>
              </a:defRPr>
            </a:lvl1pPr>
          </a:lstStyle>
          <a:p>
            <a:r>
              <a:rPr lang="en-US"/>
              <a:t>Module [#]: [Module title]</a:t>
            </a:r>
          </a:p>
        </p:txBody>
      </p:sp>
      <p:pic>
        <p:nvPicPr>
          <p:cNvPr id="2" name="Picture 1">
            <a:extLst>
              <a:ext uri="{FF2B5EF4-FFF2-40B4-BE49-F238E27FC236}">
                <a16:creationId xmlns:a16="http://schemas.microsoft.com/office/drawing/2014/main" id="{EAB45F2C-7BC7-5C35-6362-AE690DD57F57}"/>
              </a:ext>
            </a:extLst>
          </p:cNvPr>
          <p:cNvPicPr>
            <a:picLocks noChangeAspect="1"/>
          </p:cNvPicPr>
          <p:nvPr userDrawn="1"/>
        </p:nvPicPr>
        <p:blipFill rotWithShape="1">
          <a:blip r:embed="rId2">
            <a:lum contrast="-20000"/>
            <a:alphaModFix amt="34000"/>
          </a:blip>
          <a:srcRect b="60056"/>
          <a:stretch/>
        </p:blipFill>
        <p:spPr>
          <a:xfrm>
            <a:off x="1944660" y="3893838"/>
            <a:ext cx="8302679" cy="2964161"/>
          </a:xfrm>
          <a:prstGeom prst="rect">
            <a:avLst/>
          </a:prstGeom>
        </p:spPr>
      </p:pic>
      <p:sp>
        <p:nvSpPr>
          <p:cNvPr id="5" name="Content Placeholder 4">
            <a:extLst>
              <a:ext uri="{FF2B5EF4-FFF2-40B4-BE49-F238E27FC236}">
                <a16:creationId xmlns:a16="http://schemas.microsoft.com/office/drawing/2014/main" id="{91646451-4ABF-4483-BA67-CB7A21603CAF}"/>
              </a:ext>
            </a:extLst>
          </p:cNvPr>
          <p:cNvSpPr>
            <a:spLocks noGrp="1"/>
          </p:cNvSpPr>
          <p:nvPr>
            <p:ph sz="quarter" idx="11" hasCustomPrompt="1"/>
          </p:nvPr>
        </p:nvSpPr>
        <p:spPr>
          <a:xfrm>
            <a:off x="1473993" y="3244837"/>
            <a:ext cx="9244012" cy="612480"/>
          </a:xfrm>
        </p:spPr>
        <p:txBody>
          <a:bodyPr>
            <a:normAutofit/>
          </a:bodyPr>
          <a:lstStyle>
            <a:lvl1pPr marL="0" indent="0" algn="ctr">
              <a:buNone/>
              <a:defRPr sz="3600">
                <a:solidFill>
                  <a:schemeClr val="bg1"/>
                </a:solidFill>
              </a:defRPr>
            </a:lvl1pPr>
          </a:lstStyle>
          <a:p>
            <a:pPr lvl="0"/>
            <a:r>
              <a:rPr lang="en-US"/>
              <a:t>[Module subheading (if applicable)</a:t>
            </a:r>
          </a:p>
        </p:txBody>
      </p:sp>
      <p:sp>
        <p:nvSpPr>
          <p:cNvPr id="8" name="Subtitle 2">
            <a:extLst>
              <a:ext uri="{FF2B5EF4-FFF2-40B4-BE49-F238E27FC236}">
                <a16:creationId xmlns:a16="http://schemas.microsoft.com/office/drawing/2014/main" id="{36B5D76E-969F-4939-B4EF-4CA12D63896C}"/>
              </a:ext>
            </a:extLst>
          </p:cNvPr>
          <p:cNvSpPr>
            <a:spLocks noGrp="1"/>
          </p:cNvSpPr>
          <p:nvPr>
            <p:ph type="subTitle" idx="1" hasCustomPrompt="1"/>
          </p:nvPr>
        </p:nvSpPr>
        <p:spPr>
          <a:xfrm>
            <a:off x="9181578" y="193373"/>
            <a:ext cx="2824278" cy="506684"/>
          </a:xfrm>
          <a:noFill/>
        </p:spPr>
        <p:txBody>
          <a:bodyPr>
            <a:normAutofit/>
          </a:bodyPr>
          <a:lstStyle>
            <a:lvl1pPr marL="0" indent="0" algn="r">
              <a:buNone/>
              <a:defRPr sz="3200" baseline="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[Course Title]</a:t>
            </a:r>
          </a:p>
        </p:txBody>
      </p:sp>
    </p:spTree>
    <p:extLst>
      <p:ext uri="{BB962C8B-B14F-4D97-AF65-F5344CB8AC3E}">
        <p14:creationId xmlns:p14="http://schemas.microsoft.com/office/powerpoint/2010/main" val="24945177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ctivity Title">
    <p:bg>
      <p:bgPr>
        <a:gradFill flip="none" rotWithShape="1">
          <a:gsLst>
            <a:gs pos="0">
              <a:schemeClr val="accent3">
                <a:lumMod val="100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E62F7DC0-C9F6-40AE-95A2-3520AC5A171A}"/>
              </a:ext>
            </a:extLst>
          </p:cNvPr>
          <p:cNvSpPr>
            <a:spLocks noGrp="1"/>
          </p:cNvSpPr>
          <p:nvPr>
            <p:ph type="ctrTitle" hasCustomPrompt="1"/>
          </p:nvPr>
        </p:nvSpPr>
        <p:spPr>
          <a:xfrm>
            <a:off x="1524000" y="3145743"/>
            <a:ext cx="9144000" cy="748095"/>
          </a:xfrm>
          <a:prstGeom prst="rect">
            <a:avLst/>
          </a:prstGeom>
          <a:noFill/>
        </p:spPr>
        <p:txBody>
          <a:bodyPr anchor="b">
            <a:noAutofit/>
          </a:bodyPr>
          <a:lstStyle>
            <a:lvl1pPr algn="ctr">
              <a:defRPr sz="5400" baseline="0">
                <a:solidFill>
                  <a:schemeClr val="bg1"/>
                </a:solidFill>
                <a:latin typeface="Amazon Ember Medium" panose="020B0603020204030204" pitchFamily="34" charset="0"/>
                <a:ea typeface="Amazon Ember Medium" panose="020B0603020204030204" pitchFamily="34" charset="0"/>
                <a:cs typeface="Amazon Ember Medium" panose="020B0603020204030204" pitchFamily="34" charset="0"/>
              </a:defRPr>
            </a:lvl1pPr>
          </a:lstStyle>
          <a:p>
            <a:r>
              <a:rPr lang="en-US"/>
              <a:t>[Activity Title]</a:t>
            </a:r>
          </a:p>
        </p:txBody>
      </p:sp>
      <p:sp>
        <p:nvSpPr>
          <p:cNvPr id="14" name="Subtitle 2">
            <a:extLst>
              <a:ext uri="{FF2B5EF4-FFF2-40B4-BE49-F238E27FC236}">
                <a16:creationId xmlns:a16="http://schemas.microsoft.com/office/drawing/2014/main" id="{1788C7AA-24CE-487D-9284-84D52CA9D043}"/>
              </a:ext>
            </a:extLst>
          </p:cNvPr>
          <p:cNvSpPr>
            <a:spLocks noGrp="1"/>
          </p:cNvSpPr>
          <p:nvPr>
            <p:ph type="subTitle" idx="1" hasCustomPrompt="1"/>
          </p:nvPr>
        </p:nvSpPr>
        <p:spPr>
          <a:xfrm>
            <a:off x="9181578" y="193373"/>
            <a:ext cx="2824278" cy="506684"/>
          </a:xfrm>
          <a:noFill/>
        </p:spPr>
        <p:txBody>
          <a:bodyPr>
            <a:normAutofit/>
          </a:bodyPr>
          <a:lstStyle>
            <a:lvl1pPr marL="0" indent="0" algn="r">
              <a:buNone/>
              <a:defRPr sz="3200" baseline="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[Course Title]</a:t>
            </a:r>
          </a:p>
        </p:txBody>
      </p:sp>
      <p:pic>
        <p:nvPicPr>
          <p:cNvPr id="2" name="Picture 1">
            <a:extLst>
              <a:ext uri="{FF2B5EF4-FFF2-40B4-BE49-F238E27FC236}">
                <a16:creationId xmlns:a16="http://schemas.microsoft.com/office/drawing/2014/main" id="{EAB45F2C-7BC7-5C35-6362-AE690DD57F57}"/>
              </a:ext>
            </a:extLst>
          </p:cNvPr>
          <p:cNvPicPr>
            <a:picLocks noChangeAspect="1"/>
          </p:cNvPicPr>
          <p:nvPr userDrawn="1"/>
        </p:nvPicPr>
        <p:blipFill rotWithShape="1">
          <a:blip r:embed="rId2">
            <a:lum contrast="-20000"/>
            <a:alphaModFix amt="34000"/>
          </a:blip>
          <a:srcRect b="60056"/>
          <a:stretch/>
        </p:blipFill>
        <p:spPr>
          <a:xfrm>
            <a:off x="1944660" y="3893838"/>
            <a:ext cx="8302679" cy="2964161"/>
          </a:xfrm>
          <a:prstGeom prst="rect">
            <a:avLst/>
          </a:prstGeom>
        </p:spPr>
      </p:pic>
    </p:spTree>
    <p:extLst>
      <p:ext uri="{BB962C8B-B14F-4D97-AF65-F5344CB8AC3E}">
        <p14:creationId xmlns:p14="http://schemas.microsoft.com/office/powerpoint/2010/main" val="23449827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TItle">
    <p:bg>
      <p:bgPr>
        <a:gradFill flip="none" rotWithShape="1">
          <a:gsLst>
            <a:gs pos="0">
              <a:schemeClr val="accent1">
                <a:lumMod val="100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11BBA-1DAA-B14B-9C96-C59B5BD24429}"/>
              </a:ext>
            </a:extLst>
          </p:cNvPr>
          <p:cNvSpPr>
            <a:spLocks noGrp="1"/>
          </p:cNvSpPr>
          <p:nvPr>
            <p:ph type="ctrTitle" hasCustomPrompt="1"/>
          </p:nvPr>
        </p:nvSpPr>
        <p:spPr>
          <a:xfrm>
            <a:off x="1524000" y="3145743"/>
            <a:ext cx="9144000" cy="748095"/>
          </a:xfrm>
          <a:prstGeom prst="rect">
            <a:avLst/>
          </a:prstGeom>
        </p:spPr>
        <p:txBody>
          <a:bodyPr anchor="b">
            <a:noAutofit/>
          </a:bodyPr>
          <a:lstStyle>
            <a:lvl1pPr algn="ctr">
              <a:defRPr sz="5400" baseline="0">
                <a:solidFill>
                  <a:schemeClr val="bg1"/>
                </a:solidFill>
                <a:latin typeface="Amazon Ember Medium" panose="020B0603020204030204" pitchFamily="34" charset="0"/>
                <a:ea typeface="Amazon Ember Medium" panose="020B0603020204030204" pitchFamily="34" charset="0"/>
                <a:cs typeface="Amazon Ember Medium" panose="020B0603020204030204" pitchFamily="34" charset="0"/>
              </a:defRPr>
            </a:lvl1pPr>
          </a:lstStyle>
          <a:p>
            <a:r>
              <a:rPr lang="en-US"/>
              <a:t>[Section Title]</a:t>
            </a:r>
          </a:p>
        </p:txBody>
      </p:sp>
      <p:pic>
        <p:nvPicPr>
          <p:cNvPr id="6" name="Picture 5">
            <a:extLst>
              <a:ext uri="{FF2B5EF4-FFF2-40B4-BE49-F238E27FC236}">
                <a16:creationId xmlns:a16="http://schemas.microsoft.com/office/drawing/2014/main" id="{8E00DF90-8A49-4419-992A-DFE8499C441B}"/>
              </a:ext>
            </a:extLst>
          </p:cNvPr>
          <p:cNvPicPr>
            <a:picLocks noChangeAspect="1"/>
          </p:cNvPicPr>
          <p:nvPr userDrawn="1"/>
        </p:nvPicPr>
        <p:blipFill rotWithShape="1">
          <a:blip r:embed="rId2">
            <a:lum contrast="-20000"/>
            <a:alphaModFix amt="34000"/>
          </a:blip>
          <a:srcRect b="60056"/>
          <a:stretch/>
        </p:blipFill>
        <p:spPr>
          <a:xfrm>
            <a:off x="1944660" y="3893839"/>
            <a:ext cx="8302679" cy="2964162"/>
          </a:xfrm>
          <a:prstGeom prst="rect">
            <a:avLst/>
          </a:prstGeom>
        </p:spPr>
      </p:pic>
      <p:sp>
        <p:nvSpPr>
          <p:cNvPr id="7" name="Subtitle 2">
            <a:extLst>
              <a:ext uri="{FF2B5EF4-FFF2-40B4-BE49-F238E27FC236}">
                <a16:creationId xmlns:a16="http://schemas.microsoft.com/office/drawing/2014/main" id="{A966C514-F1A2-41E5-A0EF-ADFDC38E9EC9}"/>
              </a:ext>
            </a:extLst>
          </p:cNvPr>
          <p:cNvSpPr>
            <a:spLocks noGrp="1"/>
          </p:cNvSpPr>
          <p:nvPr>
            <p:ph type="subTitle" idx="1" hasCustomPrompt="1"/>
          </p:nvPr>
        </p:nvSpPr>
        <p:spPr>
          <a:xfrm>
            <a:off x="9181578" y="193373"/>
            <a:ext cx="2824278" cy="506684"/>
          </a:xfrm>
          <a:noFill/>
        </p:spPr>
        <p:txBody>
          <a:bodyPr>
            <a:normAutofit/>
          </a:bodyPr>
          <a:lstStyle>
            <a:lvl1pPr marL="0" indent="0" algn="r">
              <a:buNone/>
              <a:defRPr sz="3200" baseline="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[Course Title]</a:t>
            </a:r>
          </a:p>
        </p:txBody>
      </p:sp>
    </p:spTree>
    <p:extLst>
      <p:ext uri="{BB962C8B-B14F-4D97-AF65-F5344CB8AC3E}">
        <p14:creationId xmlns:p14="http://schemas.microsoft.com/office/powerpoint/2010/main" val="31956541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Slide">
    <p:bg>
      <p:bgPr>
        <a:solidFill>
          <a:srgbClr val="F4F4F4"/>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10982A3-A8A9-4567-8879-123E743C8675}"/>
              </a:ext>
            </a:extLst>
          </p:cNvPr>
          <p:cNvSpPr/>
          <p:nvPr userDrawn="1"/>
        </p:nvSpPr>
        <p:spPr>
          <a:xfrm>
            <a:off x="0" y="-3273"/>
            <a:ext cx="12192000" cy="1384301"/>
          </a:xfrm>
          <a:prstGeom prst="rect">
            <a:avLst/>
          </a:prstGeom>
          <a:gradFill flip="none" rotWithShape="1">
            <a:gsLst>
              <a:gs pos="45000">
                <a:schemeClr val="tx2"/>
              </a:gs>
              <a:gs pos="0">
                <a:schemeClr val="tx1"/>
              </a:gs>
              <a:gs pos="79000">
                <a:schemeClr val="accent1"/>
              </a:gs>
              <a:gs pos="100000">
                <a:srgbClr val="7CE8F4"/>
              </a:gs>
            </a:gsLst>
            <a:lin ang="195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13" name="Slide Number Placeholder 5">
            <a:extLst>
              <a:ext uri="{FF2B5EF4-FFF2-40B4-BE49-F238E27FC236}">
                <a16:creationId xmlns:a16="http://schemas.microsoft.com/office/drawing/2014/main" id="{6C283E9D-F50D-439E-8A38-69DC0A8D8C07}"/>
              </a:ext>
            </a:extLst>
          </p:cNvPr>
          <p:cNvSpPr>
            <a:spLocks noGrp="1"/>
          </p:cNvSpPr>
          <p:nvPr>
            <p:ph type="sldNum" sz="quarter" idx="12"/>
          </p:nvPr>
        </p:nvSpPr>
        <p:spPr>
          <a:xfrm>
            <a:off x="7428974" y="6356866"/>
            <a:ext cx="4032605" cy="365125"/>
          </a:xfrm>
          <a:prstGeom prst="rect">
            <a:avLst/>
          </a:prstGeom>
        </p:spPr>
        <p:txBody>
          <a:bodyPr/>
          <a:lstStyle>
            <a:lvl1pPr algn="r">
              <a:defRPr sz="1400">
                <a:solidFill>
                  <a:schemeClr val="tx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613A35D-97EF-7A48-AACF-97D95E22C11E}" type="slidenum">
              <a:rPr kumimoji="0" lang="en-US" sz="1400" b="0" i="0" u="none" strike="noStrike" kern="1200" cap="none" spc="0" normalizeH="0" baseline="0" noProof="0" smtClean="0">
                <a:ln>
                  <a:noFill/>
                </a:ln>
                <a:solidFill>
                  <a:srgbClr val="232F3E"/>
                </a:solidFill>
                <a:effectLst/>
                <a:uLnTx/>
                <a:uFillTx/>
                <a:latin typeface="Amazon Ember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21" name="Title 1">
            <a:extLst>
              <a:ext uri="{FF2B5EF4-FFF2-40B4-BE49-F238E27FC236}">
                <a16:creationId xmlns:a16="http://schemas.microsoft.com/office/drawing/2014/main" id="{9BC1588F-094F-4A81-B38F-FA160FF57D64}"/>
              </a:ext>
            </a:extLst>
          </p:cNvPr>
          <p:cNvSpPr>
            <a:spLocks noGrp="1"/>
          </p:cNvSpPr>
          <p:nvPr>
            <p:ph type="title" hasCustomPrompt="1"/>
          </p:nvPr>
        </p:nvSpPr>
        <p:spPr bwMode="white">
          <a:xfrm>
            <a:off x="648227" y="154945"/>
            <a:ext cx="10928422" cy="1061238"/>
          </a:xfrm>
          <a:prstGeom prst="rect">
            <a:avLst/>
          </a:prstGeom>
        </p:spPr>
        <p:txBody>
          <a:bodyPr>
            <a:normAutofit/>
          </a:bodyPr>
          <a:lstStyle>
            <a:lvl1pPr fontAlgn="t">
              <a:defRPr sz="4400" baseline="0">
                <a:solidFill>
                  <a:schemeClr val="bg1"/>
                </a:solidFill>
                <a:latin typeface="Amazon Ember Medium" panose="020B0603020204030204" pitchFamily="34" charset="0"/>
                <a:ea typeface="Amazon Ember Medium" panose="020B0603020204030204" pitchFamily="34" charset="0"/>
                <a:cs typeface="Amazon Ember Medium" panose="020B0603020204030204" pitchFamily="34" charset="0"/>
              </a:defRPr>
            </a:lvl1pPr>
          </a:lstStyle>
          <a:p>
            <a:r>
              <a:rPr lang="en-US"/>
              <a:t>[Text Slide Style]</a:t>
            </a:r>
          </a:p>
        </p:txBody>
      </p:sp>
      <p:sp>
        <p:nvSpPr>
          <p:cNvPr id="22" name="Text Placeholder 2">
            <a:extLst>
              <a:ext uri="{FF2B5EF4-FFF2-40B4-BE49-F238E27FC236}">
                <a16:creationId xmlns:a16="http://schemas.microsoft.com/office/drawing/2014/main" id="{532D1030-B066-460B-B596-5FF45CA1F896}"/>
              </a:ext>
            </a:extLst>
          </p:cNvPr>
          <p:cNvSpPr>
            <a:spLocks noGrp="1"/>
          </p:cNvSpPr>
          <p:nvPr>
            <p:ph idx="1" hasCustomPrompt="1"/>
          </p:nvPr>
        </p:nvSpPr>
        <p:spPr>
          <a:xfrm>
            <a:off x="648227" y="1673525"/>
            <a:ext cx="10928422" cy="4390845"/>
          </a:xfrm>
          <a:prstGeom prst="rect">
            <a:avLst/>
          </a:prstGeom>
        </p:spPr>
        <p:txBody>
          <a:bodyPr vert="horz" lIns="91440" tIns="45720" rIns="91440" bIns="45720" rtlCol="0">
            <a:noAutofit/>
          </a:bodyPr>
          <a:lstStyle>
            <a:lvl1pPr marL="344488" indent="-344488" defTabSz="91440">
              <a:lnSpc>
                <a:spcPct val="100000"/>
              </a:lnSpc>
              <a:spcBef>
                <a:spcPts val="0"/>
              </a:spcBef>
              <a:spcAft>
                <a:spcPts val="600"/>
              </a:spcAft>
              <a:buClr>
                <a:srgbClr val="1D212E"/>
              </a:buClr>
              <a:buSzPct val="100000"/>
              <a:buFontTx/>
              <a:buBlip>
                <a:blip>
                  <a:extLst>
                    <a:ext uri="{96DAC541-7B7A-43D3-8B79-37D633B846F1}">
                      <asvg:svgBlip xmlns:asvg="http://schemas.microsoft.com/office/drawing/2016/SVG/main" r:embed="rId2"/>
                    </a:ext>
                  </a:extLst>
                </a:blip>
              </a:buBlip>
              <a:tabLst>
                <a:tab pos="227013" algn="l"/>
              </a:tabLst>
              <a:defRPr sz="28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27063" indent="-282575" defTabSz="114300">
              <a:lnSpc>
                <a:spcPct val="100000"/>
              </a:lnSpc>
              <a:spcBef>
                <a:spcPts val="0"/>
              </a:spcBef>
              <a:spcAft>
                <a:spcPts val="600"/>
              </a:spcAft>
              <a:buClr>
                <a:srgbClr val="1D212E"/>
              </a:buClr>
              <a:buFont typeface="Amazon Ember Light" panose="020B0403020204020204" pitchFamily="34" charset="0"/>
              <a:buChar char="»"/>
              <a:tabLst/>
              <a:defRPr sz="24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914400" indent="-225425">
              <a:lnSpc>
                <a:spcPct val="100000"/>
              </a:lnSpc>
              <a:spcBef>
                <a:spcPts val="0"/>
              </a:spcBef>
              <a:spcAft>
                <a:spcPts val="600"/>
              </a:spcAft>
              <a:buClr>
                <a:srgbClr val="1D212E"/>
              </a:buClr>
              <a:buFont typeface="Amazon Ember Light" panose="020B0403020204020204" pitchFamily="34" charset="0"/>
              <a:buChar char="»"/>
              <a:tabLst>
                <a:tab pos="91440" algn="l"/>
              </a:tabLst>
              <a:defRPr sz="20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201738" indent="-231775">
              <a:lnSpc>
                <a:spcPct val="100000"/>
              </a:lnSpc>
              <a:spcBef>
                <a:spcPts val="0"/>
              </a:spcBef>
              <a:spcAft>
                <a:spcPts val="400"/>
              </a:spcAft>
              <a:buClr>
                <a:srgbClr val="1D212E"/>
              </a:buClr>
              <a:buFont typeface="Amazon Ember Light" panose="020B0403020204020204" pitchFamily="34" charset="0"/>
              <a:buChar char="»"/>
              <a:tabLst>
                <a:tab pos="91440" algn="l"/>
              </a:tabLst>
              <a:defRPr sz="18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defTabSz="91440">
              <a:buClr>
                <a:srgbClr val="1D212E"/>
              </a:buClr>
              <a:buFont typeface="System Font Regular"/>
              <a:buNone/>
              <a:tabLst>
                <a:tab pos="91440" algn="l"/>
              </a:tabLst>
              <a:defRPr/>
            </a:lvl5pPr>
          </a:lstStyle>
          <a:p>
            <a:pPr lvl="0"/>
            <a:r>
              <a:rPr lang="en-US"/>
              <a:t>Use bullets sparingly, keep text brief</a:t>
            </a:r>
          </a:p>
          <a:p>
            <a:pPr lvl="1"/>
            <a:r>
              <a:rPr lang="en-US"/>
              <a:t>Second level</a:t>
            </a:r>
          </a:p>
          <a:p>
            <a:pPr lvl="2"/>
            <a:r>
              <a:rPr lang="en-US"/>
              <a:t>Third level</a:t>
            </a:r>
          </a:p>
          <a:p>
            <a:pPr lvl="3"/>
            <a:r>
              <a:rPr lang="en-US"/>
              <a:t>Fourth level</a:t>
            </a:r>
          </a:p>
        </p:txBody>
      </p:sp>
      <p:pic>
        <p:nvPicPr>
          <p:cNvPr id="9" name="Picture 8">
            <a:extLst>
              <a:ext uri="{FF2B5EF4-FFF2-40B4-BE49-F238E27FC236}">
                <a16:creationId xmlns:a16="http://schemas.microsoft.com/office/drawing/2014/main" id="{4C422BB8-0F98-4083-8BAC-3669B47DF864}"/>
              </a:ext>
            </a:extLst>
          </p:cNvPr>
          <p:cNvPicPr>
            <a:picLocks noChangeAspect="1"/>
          </p:cNvPicPr>
          <p:nvPr userDrawn="1"/>
        </p:nvPicPr>
        <p:blipFill>
          <a:blip r:embed="rId3"/>
          <a:stretch>
            <a:fillRect/>
          </a:stretch>
        </p:blipFill>
        <p:spPr>
          <a:xfrm>
            <a:off x="11461580" y="6208593"/>
            <a:ext cx="553221" cy="494462"/>
          </a:xfrm>
          <a:prstGeom prst="rect">
            <a:avLst/>
          </a:prstGeom>
        </p:spPr>
      </p:pic>
      <p:sp>
        <p:nvSpPr>
          <p:cNvPr id="10" name="TextBox 9">
            <a:extLst>
              <a:ext uri="{FF2B5EF4-FFF2-40B4-BE49-F238E27FC236}">
                <a16:creationId xmlns:a16="http://schemas.microsoft.com/office/drawing/2014/main" id="{C0B65F1B-514A-4F4F-8988-7036DF600E41}"/>
              </a:ext>
            </a:extLst>
          </p:cNvPr>
          <p:cNvSpPr txBox="1"/>
          <p:nvPr userDrawn="1"/>
        </p:nvSpPr>
        <p:spPr>
          <a:xfrm>
            <a:off x="94046" y="6503765"/>
            <a:ext cx="1928718" cy="307777"/>
          </a:xfrm>
          <a:prstGeom prst="rect">
            <a:avLst/>
          </a:prstGeom>
          <a:noFill/>
        </p:spPr>
        <p:txBody>
          <a:bodyPr wrap="square" rtlCol="0">
            <a:spAutoFit/>
          </a:bodyPr>
          <a:lstStyle/>
          <a:p>
            <a:r>
              <a:rPr lang="en-US" sz="1400"/>
              <a:t>Amazon Confidential</a:t>
            </a:r>
          </a:p>
        </p:txBody>
      </p:sp>
    </p:spTree>
    <p:extLst>
      <p:ext uri="{BB962C8B-B14F-4D97-AF65-F5344CB8AC3E}">
        <p14:creationId xmlns:p14="http://schemas.microsoft.com/office/powerpoint/2010/main" val="19976694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and image slide">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558745-4E5D-4151-AAE0-AE93A548094C}"/>
              </a:ext>
            </a:extLst>
          </p:cNvPr>
          <p:cNvSpPr/>
          <p:nvPr userDrawn="1"/>
        </p:nvSpPr>
        <p:spPr>
          <a:xfrm>
            <a:off x="0" y="-3273"/>
            <a:ext cx="12192000" cy="1384301"/>
          </a:xfrm>
          <a:prstGeom prst="rect">
            <a:avLst/>
          </a:prstGeom>
          <a:gradFill flip="none" rotWithShape="1">
            <a:gsLst>
              <a:gs pos="45000">
                <a:schemeClr val="tx2"/>
              </a:gs>
              <a:gs pos="0">
                <a:schemeClr val="tx1"/>
              </a:gs>
              <a:gs pos="79000">
                <a:schemeClr val="accent1"/>
              </a:gs>
              <a:gs pos="100000">
                <a:srgbClr val="7CE8F4"/>
              </a:gs>
            </a:gsLst>
            <a:lin ang="195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13" name="Slide Number Placeholder 5">
            <a:extLst>
              <a:ext uri="{FF2B5EF4-FFF2-40B4-BE49-F238E27FC236}">
                <a16:creationId xmlns:a16="http://schemas.microsoft.com/office/drawing/2014/main" id="{6C283E9D-F50D-439E-8A38-69DC0A8D8C07}"/>
              </a:ext>
            </a:extLst>
          </p:cNvPr>
          <p:cNvSpPr>
            <a:spLocks noGrp="1"/>
          </p:cNvSpPr>
          <p:nvPr>
            <p:ph type="sldNum" sz="quarter" idx="12"/>
          </p:nvPr>
        </p:nvSpPr>
        <p:spPr>
          <a:xfrm>
            <a:off x="7428974" y="6356866"/>
            <a:ext cx="4032605" cy="365125"/>
          </a:xfrm>
          <a:prstGeom prst="rect">
            <a:avLst/>
          </a:prstGeom>
        </p:spPr>
        <p:txBody>
          <a:bodyPr/>
          <a:lstStyle>
            <a:lvl1pPr algn="r">
              <a:defRPr sz="1400">
                <a:solidFill>
                  <a:schemeClr val="tx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613A35D-97EF-7A48-AACF-97D95E22C11E}" type="slidenum">
              <a:rPr kumimoji="0" lang="en-US" sz="1400" b="0" i="0" u="none" strike="noStrike" kern="1200" cap="none" spc="0" normalizeH="0" baseline="0" noProof="0" smtClean="0">
                <a:ln>
                  <a:noFill/>
                </a:ln>
                <a:solidFill>
                  <a:srgbClr val="232F3E"/>
                </a:solidFill>
                <a:effectLst/>
                <a:uLnTx/>
                <a:uFillTx/>
                <a:latin typeface="Amazon Ember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21" name="Title 1">
            <a:extLst>
              <a:ext uri="{FF2B5EF4-FFF2-40B4-BE49-F238E27FC236}">
                <a16:creationId xmlns:a16="http://schemas.microsoft.com/office/drawing/2014/main" id="{9BC1588F-094F-4A81-B38F-FA160FF57D64}"/>
              </a:ext>
            </a:extLst>
          </p:cNvPr>
          <p:cNvSpPr>
            <a:spLocks noGrp="1"/>
          </p:cNvSpPr>
          <p:nvPr>
            <p:ph type="title" hasCustomPrompt="1"/>
          </p:nvPr>
        </p:nvSpPr>
        <p:spPr bwMode="white">
          <a:xfrm>
            <a:off x="648227" y="154945"/>
            <a:ext cx="10928422" cy="1061238"/>
          </a:xfrm>
          <a:prstGeom prst="rect">
            <a:avLst/>
          </a:prstGeom>
        </p:spPr>
        <p:txBody>
          <a:bodyPr>
            <a:normAutofit/>
          </a:bodyPr>
          <a:lstStyle>
            <a:lvl1pPr fontAlgn="t">
              <a:defRPr sz="4400" baseline="0">
                <a:solidFill>
                  <a:schemeClr val="bg1"/>
                </a:solidFill>
                <a:latin typeface="Amazon Ember Medium" panose="020B0603020204030204" pitchFamily="34" charset="0"/>
                <a:ea typeface="Amazon Ember Medium" panose="020B0603020204030204" pitchFamily="34" charset="0"/>
                <a:cs typeface="Amazon Ember Medium" panose="020B0603020204030204" pitchFamily="34" charset="0"/>
              </a:defRPr>
            </a:lvl1pPr>
          </a:lstStyle>
          <a:p>
            <a:r>
              <a:rPr lang="en-US"/>
              <a:t>[Text and Image Slide Style]</a:t>
            </a:r>
          </a:p>
        </p:txBody>
      </p:sp>
      <p:sp>
        <p:nvSpPr>
          <p:cNvPr id="22" name="Text Placeholder 2">
            <a:extLst>
              <a:ext uri="{FF2B5EF4-FFF2-40B4-BE49-F238E27FC236}">
                <a16:creationId xmlns:a16="http://schemas.microsoft.com/office/drawing/2014/main" id="{532D1030-B066-460B-B596-5FF45CA1F896}"/>
              </a:ext>
            </a:extLst>
          </p:cNvPr>
          <p:cNvSpPr>
            <a:spLocks noGrp="1"/>
          </p:cNvSpPr>
          <p:nvPr>
            <p:ph idx="1" hasCustomPrompt="1"/>
          </p:nvPr>
        </p:nvSpPr>
        <p:spPr>
          <a:xfrm>
            <a:off x="648227" y="1673525"/>
            <a:ext cx="5447773" cy="4390845"/>
          </a:xfrm>
          <a:prstGeom prst="rect">
            <a:avLst/>
          </a:prstGeom>
        </p:spPr>
        <p:txBody>
          <a:bodyPr vert="horz" lIns="91440" tIns="45720" rIns="91440" bIns="45720" rtlCol="0">
            <a:noAutofit/>
          </a:bodyPr>
          <a:lstStyle>
            <a:lvl1pPr marL="344488" indent="-344488" defTabSz="91440">
              <a:lnSpc>
                <a:spcPct val="100000"/>
              </a:lnSpc>
              <a:spcBef>
                <a:spcPts val="0"/>
              </a:spcBef>
              <a:spcAft>
                <a:spcPts val="600"/>
              </a:spcAft>
              <a:buClr>
                <a:srgbClr val="1D212E"/>
              </a:buClr>
              <a:buSzPct val="100000"/>
              <a:buFontTx/>
              <a:buBlip>
                <a:blip>
                  <a:extLst>
                    <a:ext uri="{96DAC541-7B7A-43D3-8B79-37D633B846F1}">
                      <asvg:svgBlip xmlns:asvg="http://schemas.microsoft.com/office/drawing/2016/SVG/main" r:embed="rId2"/>
                    </a:ext>
                  </a:extLst>
                </a:blip>
              </a:buBlip>
              <a:tabLst>
                <a:tab pos="227013" algn="l"/>
              </a:tabLst>
              <a:defRPr sz="28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27063" indent="-284163" defTabSz="114300">
              <a:lnSpc>
                <a:spcPct val="100000"/>
              </a:lnSpc>
              <a:spcBef>
                <a:spcPts val="0"/>
              </a:spcBef>
              <a:spcAft>
                <a:spcPts val="600"/>
              </a:spcAft>
              <a:buClr>
                <a:srgbClr val="1D212E"/>
              </a:buClr>
              <a:buFont typeface="Amazon Ember Light" panose="020B0403020204020204" pitchFamily="34" charset="0"/>
              <a:buChar char="»"/>
              <a:tabLst/>
              <a:defRPr sz="24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914400" indent="-225425">
              <a:lnSpc>
                <a:spcPct val="100000"/>
              </a:lnSpc>
              <a:spcBef>
                <a:spcPts val="0"/>
              </a:spcBef>
              <a:spcAft>
                <a:spcPts val="600"/>
              </a:spcAft>
              <a:buClr>
                <a:srgbClr val="1D212E"/>
              </a:buClr>
              <a:buFont typeface="Amazon Ember Light" panose="020B0403020204020204" pitchFamily="34" charset="0"/>
              <a:buChar char="»"/>
              <a:tabLst>
                <a:tab pos="91440" algn="l"/>
              </a:tabLst>
              <a:defRPr sz="2000">
                <a:latin typeface="Amazon Ember Light" panose="020B0403020204020204" pitchFamily="34" charset="0"/>
                <a:ea typeface="Amazon Ember Light" panose="020B0403020204020204" pitchFamily="34" charset="0"/>
                <a:cs typeface="Amazon Ember Light" panose="020B0403020204020204" pitchFamily="34" charset="0"/>
              </a:defRPr>
            </a:lvl3pPr>
            <a:lvl4pPr marL="1201738" indent="-231775">
              <a:lnSpc>
                <a:spcPct val="100000"/>
              </a:lnSpc>
              <a:spcBef>
                <a:spcPts val="0"/>
              </a:spcBef>
              <a:spcAft>
                <a:spcPts val="400"/>
              </a:spcAft>
              <a:buClr>
                <a:srgbClr val="1D212E"/>
              </a:buClr>
              <a:buFont typeface="Amazon Ember Light" panose="020B0403020204020204" pitchFamily="34" charset="0"/>
              <a:buChar char="»"/>
              <a:tabLst>
                <a:tab pos="91440" algn="l"/>
              </a:tabLst>
              <a:defRPr sz="1800">
                <a:latin typeface="Amazon Ember Light" panose="020B0403020204020204" pitchFamily="34" charset="0"/>
                <a:ea typeface="Amazon Ember Light" panose="020B0403020204020204" pitchFamily="34" charset="0"/>
                <a:cs typeface="Amazon Ember Light" panose="020B0403020204020204" pitchFamily="34" charset="0"/>
              </a:defRPr>
            </a:lvl4pPr>
            <a:lvl5pPr defTabSz="91440">
              <a:buClr>
                <a:srgbClr val="1D212E"/>
              </a:buClr>
              <a:buFont typeface="System Font Regular"/>
              <a:buNone/>
              <a:tabLst>
                <a:tab pos="91440" algn="l"/>
              </a:tabLst>
              <a:defRPr/>
            </a:lvl5pPr>
          </a:lstStyle>
          <a:p>
            <a:pPr lvl="0"/>
            <a:r>
              <a:rPr lang="en-US"/>
              <a:t>Use bullets sparingly, keep text brief</a:t>
            </a:r>
          </a:p>
          <a:p>
            <a:pPr lvl="1"/>
            <a:r>
              <a:rPr lang="en-US"/>
              <a:t>Second level</a:t>
            </a:r>
          </a:p>
          <a:p>
            <a:pPr lvl="2"/>
            <a:r>
              <a:rPr lang="en-US"/>
              <a:t>Third level</a:t>
            </a:r>
          </a:p>
          <a:p>
            <a:pPr lvl="3"/>
            <a:r>
              <a:rPr lang="en-US"/>
              <a:t>Fourth level</a:t>
            </a:r>
          </a:p>
        </p:txBody>
      </p:sp>
      <p:sp>
        <p:nvSpPr>
          <p:cNvPr id="3" name="Picture Placeholder 2">
            <a:extLst>
              <a:ext uri="{FF2B5EF4-FFF2-40B4-BE49-F238E27FC236}">
                <a16:creationId xmlns:a16="http://schemas.microsoft.com/office/drawing/2014/main" id="{49529AC5-CC0F-E4E6-7480-1E3BB238C4A1}"/>
              </a:ext>
            </a:extLst>
          </p:cNvPr>
          <p:cNvSpPr>
            <a:spLocks noGrp="1"/>
          </p:cNvSpPr>
          <p:nvPr>
            <p:ph type="pic" sz="quarter" idx="13"/>
          </p:nvPr>
        </p:nvSpPr>
        <p:spPr>
          <a:xfrm>
            <a:off x="6744227" y="1673225"/>
            <a:ext cx="4832422" cy="3483237"/>
          </a:xfrm>
        </p:spPr>
        <p:txBody>
          <a:bodyPr/>
          <a:lstStyle>
            <a:lvl1pPr marL="0" indent="0">
              <a:buFont typeface="Arial" panose="020B0604020202020204" pitchFamily="34" charset="0"/>
              <a:buNone/>
              <a:defRPr/>
            </a:lvl1pPr>
          </a:lstStyle>
          <a:p>
            <a:endParaRPr lang="en-US"/>
          </a:p>
        </p:txBody>
      </p:sp>
      <p:sp>
        <p:nvSpPr>
          <p:cNvPr id="6" name="Text Placeholder 5">
            <a:extLst>
              <a:ext uri="{FF2B5EF4-FFF2-40B4-BE49-F238E27FC236}">
                <a16:creationId xmlns:a16="http://schemas.microsoft.com/office/drawing/2014/main" id="{DA310896-6DE7-316A-2975-9F4856A3492A}"/>
              </a:ext>
            </a:extLst>
          </p:cNvPr>
          <p:cNvSpPr>
            <a:spLocks noGrp="1"/>
          </p:cNvSpPr>
          <p:nvPr>
            <p:ph type="body" sz="quarter" idx="14"/>
          </p:nvPr>
        </p:nvSpPr>
        <p:spPr>
          <a:xfrm>
            <a:off x="6743629" y="5480050"/>
            <a:ext cx="4832422" cy="584200"/>
          </a:xfrm>
        </p:spPr>
        <p:txBody>
          <a:bodyPr>
            <a:normAutofit/>
          </a:bodyPr>
          <a:lstStyle>
            <a:lvl1pPr marL="0" indent="0">
              <a:buFont typeface="Arial" panose="020B0604020202020204" pitchFamily="34" charset="0"/>
              <a:buNone/>
              <a:defRPr sz="1800" b="0" i="0">
                <a:latin typeface="Amazon Ember" panose="020B0603020204020204" pitchFamily="34" charset="0"/>
                <a:ea typeface="Amazon Ember" panose="020B0603020204020204" pitchFamily="34" charset="0"/>
                <a:cs typeface="Amazon Ember" panose="020B0603020204020204" pitchFamily="34" charset="0"/>
              </a:defRPr>
            </a:lvl1pPr>
          </a:lstStyle>
          <a:p>
            <a:pPr lvl="0"/>
            <a:endParaRPr lang="en-US"/>
          </a:p>
        </p:txBody>
      </p:sp>
      <p:pic>
        <p:nvPicPr>
          <p:cNvPr id="7" name="Picture 6">
            <a:extLst>
              <a:ext uri="{FF2B5EF4-FFF2-40B4-BE49-F238E27FC236}">
                <a16:creationId xmlns:a16="http://schemas.microsoft.com/office/drawing/2014/main" id="{4FA9899C-C561-C332-3479-41731C1F6DE3}"/>
              </a:ext>
            </a:extLst>
          </p:cNvPr>
          <p:cNvPicPr>
            <a:picLocks noChangeAspect="1"/>
          </p:cNvPicPr>
          <p:nvPr userDrawn="1"/>
        </p:nvPicPr>
        <p:blipFill>
          <a:blip r:embed="rId3"/>
          <a:stretch>
            <a:fillRect/>
          </a:stretch>
        </p:blipFill>
        <p:spPr>
          <a:xfrm>
            <a:off x="11461580" y="6208593"/>
            <a:ext cx="553221" cy="494462"/>
          </a:xfrm>
          <a:prstGeom prst="rect">
            <a:avLst/>
          </a:prstGeom>
        </p:spPr>
      </p:pic>
      <p:sp>
        <p:nvSpPr>
          <p:cNvPr id="14" name="TextBox 13">
            <a:extLst>
              <a:ext uri="{FF2B5EF4-FFF2-40B4-BE49-F238E27FC236}">
                <a16:creationId xmlns:a16="http://schemas.microsoft.com/office/drawing/2014/main" id="{2B049207-0B43-4C80-A322-ABE42B6615BA}"/>
              </a:ext>
            </a:extLst>
          </p:cNvPr>
          <p:cNvSpPr txBox="1"/>
          <p:nvPr userDrawn="1"/>
        </p:nvSpPr>
        <p:spPr>
          <a:xfrm>
            <a:off x="94046" y="6503765"/>
            <a:ext cx="1928718" cy="307777"/>
          </a:xfrm>
          <a:prstGeom prst="rect">
            <a:avLst/>
          </a:prstGeom>
          <a:noFill/>
        </p:spPr>
        <p:txBody>
          <a:bodyPr wrap="square" rtlCol="0">
            <a:spAutoFit/>
          </a:bodyPr>
          <a:lstStyle/>
          <a:p>
            <a:r>
              <a:rPr lang="en-US" sz="1400"/>
              <a:t>Amazon Confidential</a:t>
            </a:r>
          </a:p>
        </p:txBody>
      </p:sp>
    </p:spTree>
    <p:extLst>
      <p:ext uri="{BB962C8B-B14F-4D97-AF65-F5344CB8AC3E}">
        <p14:creationId xmlns:p14="http://schemas.microsoft.com/office/powerpoint/2010/main" val="2219259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mage Slide">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E846B8C-7B13-468C-8778-20B17785226C}"/>
              </a:ext>
            </a:extLst>
          </p:cNvPr>
          <p:cNvSpPr/>
          <p:nvPr userDrawn="1"/>
        </p:nvSpPr>
        <p:spPr>
          <a:xfrm>
            <a:off x="0" y="-3273"/>
            <a:ext cx="12192000" cy="1384301"/>
          </a:xfrm>
          <a:prstGeom prst="rect">
            <a:avLst/>
          </a:prstGeom>
          <a:gradFill flip="none" rotWithShape="1">
            <a:gsLst>
              <a:gs pos="45000">
                <a:schemeClr val="tx2"/>
              </a:gs>
              <a:gs pos="0">
                <a:schemeClr val="tx1"/>
              </a:gs>
              <a:gs pos="79000">
                <a:schemeClr val="accent1"/>
              </a:gs>
              <a:gs pos="100000">
                <a:srgbClr val="7CE8F4"/>
              </a:gs>
            </a:gsLst>
            <a:lin ang="195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14" name="Slide Number Placeholder 5">
            <a:extLst>
              <a:ext uri="{FF2B5EF4-FFF2-40B4-BE49-F238E27FC236}">
                <a16:creationId xmlns:a16="http://schemas.microsoft.com/office/drawing/2014/main" id="{D4CE4CF3-02DA-485F-B590-9FE6F5726AC1}"/>
              </a:ext>
            </a:extLst>
          </p:cNvPr>
          <p:cNvSpPr>
            <a:spLocks noGrp="1"/>
          </p:cNvSpPr>
          <p:nvPr>
            <p:ph type="sldNum" sz="quarter" idx="12"/>
          </p:nvPr>
        </p:nvSpPr>
        <p:spPr>
          <a:xfrm>
            <a:off x="7428974" y="6356866"/>
            <a:ext cx="4032605" cy="365125"/>
          </a:xfrm>
          <a:prstGeom prst="rect">
            <a:avLst/>
          </a:prstGeom>
        </p:spPr>
        <p:txBody>
          <a:bodyPr/>
          <a:lstStyle>
            <a:lvl1pPr algn="r">
              <a:defRPr sz="1400"/>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613A35D-97EF-7A48-AACF-97D95E22C11E}" type="slidenum">
              <a:rPr kumimoji="0" lang="en-US" sz="1400" b="0" i="0" u="none" strike="noStrike" kern="1200" cap="none" spc="0" normalizeH="0" baseline="0" noProof="0" smtClean="0">
                <a:ln>
                  <a:noFill/>
                </a:ln>
                <a:solidFill>
                  <a:srgbClr val="232F3E"/>
                </a:solidFill>
                <a:effectLst/>
                <a:uLnTx/>
                <a:uFillTx/>
                <a:latin typeface="Amazon Ember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13" name="Title 1">
            <a:extLst>
              <a:ext uri="{FF2B5EF4-FFF2-40B4-BE49-F238E27FC236}">
                <a16:creationId xmlns:a16="http://schemas.microsoft.com/office/drawing/2014/main" id="{595A1A70-0094-4A83-A2EF-A82AE6C1022E}"/>
              </a:ext>
            </a:extLst>
          </p:cNvPr>
          <p:cNvSpPr>
            <a:spLocks noGrp="1"/>
          </p:cNvSpPr>
          <p:nvPr>
            <p:ph type="title" hasCustomPrompt="1"/>
          </p:nvPr>
        </p:nvSpPr>
        <p:spPr bwMode="white">
          <a:xfrm>
            <a:off x="648227" y="154945"/>
            <a:ext cx="10928422" cy="1061238"/>
          </a:xfrm>
          <a:prstGeom prst="rect">
            <a:avLst/>
          </a:prstGeom>
        </p:spPr>
        <p:txBody>
          <a:bodyPr>
            <a:normAutofit/>
          </a:bodyPr>
          <a:lstStyle>
            <a:lvl1pPr fontAlgn="t">
              <a:defRPr sz="4400" baseline="0">
                <a:solidFill>
                  <a:schemeClr val="bg1"/>
                </a:solidFill>
                <a:latin typeface="Amazon Ember Medium" panose="020B0603020204030204" pitchFamily="34" charset="0"/>
                <a:ea typeface="Amazon Ember Medium" panose="020B0603020204030204" pitchFamily="34" charset="0"/>
                <a:cs typeface="Amazon Ember Medium" panose="020B0603020204030204" pitchFamily="34" charset="0"/>
              </a:defRPr>
            </a:lvl1pPr>
          </a:lstStyle>
          <a:p>
            <a:r>
              <a:rPr lang="en-US"/>
              <a:t>[Image/Diagram Slide Style]</a:t>
            </a:r>
          </a:p>
        </p:txBody>
      </p:sp>
      <p:sp>
        <p:nvSpPr>
          <p:cNvPr id="19" name="Text Placeholder 2">
            <a:extLst>
              <a:ext uri="{FF2B5EF4-FFF2-40B4-BE49-F238E27FC236}">
                <a16:creationId xmlns:a16="http://schemas.microsoft.com/office/drawing/2014/main" id="{D4B09A44-6DE8-4DF2-9267-9223C3645EC7}"/>
              </a:ext>
            </a:extLst>
          </p:cNvPr>
          <p:cNvSpPr>
            <a:spLocks noGrp="1"/>
          </p:cNvSpPr>
          <p:nvPr>
            <p:ph idx="1" hasCustomPrompt="1"/>
          </p:nvPr>
        </p:nvSpPr>
        <p:spPr>
          <a:xfrm>
            <a:off x="648227" y="1673525"/>
            <a:ext cx="10928422" cy="4390845"/>
          </a:xfrm>
          <a:prstGeom prst="rect">
            <a:avLst/>
          </a:prstGeom>
        </p:spPr>
        <p:txBody>
          <a:bodyPr vert="horz" lIns="91440" tIns="45720" rIns="91440" bIns="45720" rtlCol="0">
            <a:noAutofit/>
          </a:bodyPr>
          <a:lstStyle>
            <a:lvl1pPr marL="344488" indent="-344488" defTabSz="91440">
              <a:lnSpc>
                <a:spcPct val="100000"/>
              </a:lnSpc>
              <a:spcBef>
                <a:spcPts val="0"/>
              </a:spcBef>
              <a:spcAft>
                <a:spcPts val="600"/>
              </a:spcAft>
              <a:buClr>
                <a:srgbClr val="1D212E"/>
              </a:buClr>
              <a:buSzPct val="100000"/>
              <a:buFontTx/>
              <a:buBlip>
                <a:blip>
                  <a:extLst>
                    <a:ext uri="{96DAC541-7B7A-43D3-8B79-37D633B846F1}">
                      <asvg:svgBlip xmlns:asvg="http://schemas.microsoft.com/office/drawing/2016/SVG/main" r:embed="rId2"/>
                    </a:ext>
                  </a:extLst>
                </a:blip>
              </a:buBlip>
              <a:tabLst>
                <a:tab pos="227013" algn="l"/>
              </a:tabLst>
              <a:defRPr sz="28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27063" indent="-284163" defTabSz="114300">
              <a:lnSpc>
                <a:spcPct val="100000"/>
              </a:lnSpc>
              <a:spcBef>
                <a:spcPts val="0"/>
              </a:spcBef>
              <a:spcAft>
                <a:spcPts val="600"/>
              </a:spcAft>
              <a:buClr>
                <a:srgbClr val="1D212E"/>
              </a:buClr>
              <a:buFont typeface="Amazon Ember Light" panose="020B0403020204020204" pitchFamily="34" charset="0"/>
              <a:buChar char="»"/>
              <a:tabLst/>
              <a:defRPr sz="24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914400" indent="-225425">
              <a:lnSpc>
                <a:spcPct val="100000"/>
              </a:lnSpc>
              <a:spcBef>
                <a:spcPts val="0"/>
              </a:spcBef>
              <a:spcAft>
                <a:spcPts val="600"/>
              </a:spcAft>
              <a:buClr>
                <a:srgbClr val="1D212E"/>
              </a:buClr>
              <a:buFont typeface="Amazon Ember Light" panose="020B0403020204020204" pitchFamily="34" charset="0"/>
              <a:buChar char="»"/>
              <a:tabLst>
                <a:tab pos="91440" algn="l"/>
              </a:tabLst>
              <a:defRPr sz="20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201738" indent="-231775">
              <a:lnSpc>
                <a:spcPct val="100000"/>
              </a:lnSpc>
              <a:spcBef>
                <a:spcPts val="0"/>
              </a:spcBef>
              <a:spcAft>
                <a:spcPts val="600"/>
              </a:spcAft>
              <a:buClr>
                <a:srgbClr val="1D212E"/>
              </a:buClr>
              <a:buFont typeface="Amazon Ember Light" panose="020B0403020204020204" pitchFamily="34" charset="0"/>
              <a:buChar char="»"/>
              <a:tabLst>
                <a:tab pos="91440" algn="l"/>
              </a:tabLst>
              <a:defRPr sz="18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defTabSz="91440">
              <a:buClr>
                <a:srgbClr val="1D212E"/>
              </a:buClr>
              <a:buFont typeface="System Font Regular"/>
              <a:buNone/>
              <a:tabLst>
                <a:tab pos="91440" algn="l"/>
              </a:tabLst>
              <a:defRPr/>
            </a:lvl5pPr>
          </a:lstStyle>
          <a:p>
            <a:pPr lvl="0"/>
            <a:r>
              <a:rPr lang="en-US"/>
              <a:t>Use bullets sparingly, keep text brief</a:t>
            </a:r>
          </a:p>
          <a:p>
            <a:pPr lvl="1"/>
            <a:r>
              <a:rPr lang="en-US"/>
              <a:t>Second level</a:t>
            </a:r>
          </a:p>
          <a:p>
            <a:pPr lvl="2"/>
            <a:r>
              <a:rPr lang="en-US"/>
              <a:t>Third level</a:t>
            </a:r>
          </a:p>
          <a:p>
            <a:pPr lvl="3"/>
            <a:r>
              <a:rPr lang="en-US"/>
              <a:t>Fourth level</a:t>
            </a:r>
          </a:p>
        </p:txBody>
      </p:sp>
      <p:pic>
        <p:nvPicPr>
          <p:cNvPr id="4" name="Picture 3">
            <a:extLst>
              <a:ext uri="{FF2B5EF4-FFF2-40B4-BE49-F238E27FC236}">
                <a16:creationId xmlns:a16="http://schemas.microsoft.com/office/drawing/2014/main" id="{225CE444-046D-C7DC-0963-42C49861463D}"/>
              </a:ext>
            </a:extLst>
          </p:cNvPr>
          <p:cNvPicPr>
            <a:picLocks noChangeAspect="1"/>
          </p:cNvPicPr>
          <p:nvPr userDrawn="1"/>
        </p:nvPicPr>
        <p:blipFill>
          <a:blip r:embed="rId3"/>
          <a:stretch>
            <a:fillRect/>
          </a:stretch>
        </p:blipFill>
        <p:spPr>
          <a:xfrm>
            <a:off x="11461580" y="6208593"/>
            <a:ext cx="553221" cy="494462"/>
          </a:xfrm>
          <a:prstGeom prst="rect">
            <a:avLst/>
          </a:prstGeom>
        </p:spPr>
      </p:pic>
      <p:sp>
        <p:nvSpPr>
          <p:cNvPr id="12" name="TextBox 11">
            <a:extLst>
              <a:ext uri="{FF2B5EF4-FFF2-40B4-BE49-F238E27FC236}">
                <a16:creationId xmlns:a16="http://schemas.microsoft.com/office/drawing/2014/main" id="{EAF8BD9B-3CFB-4592-953A-7F43D6058DE7}"/>
              </a:ext>
            </a:extLst>
          </p:cNvPr>
          <p:cNvSpPr txBox="1"/>
          <p:nvPr userDrawn="1"/>
        </p:nvSpPr>
        <p:spPr>
          <a:xfrm>
            <a:off x="94046" y="6503765"/>
            <a:ext cx="1928718" cy="307777"/>
          </a:xfrm>
          <a:prstGeom prst="rect">
            <a:avLst/>
          </a:prstGeom>
          <a:noFill/>
        </p:spPr>
        <p:txBody>
          <a:bodyPr wrap="square" rtlCol="0">
            <a:spAutoFit/>
          </a:bodyPr>
          <a:lstStyle/>
          <a:p>
            <a:r>
              <a:rPr lang="en-US" sz="1400"/>
              <a:t>Amazon Confidential</a:t>
            </a:r>
          </a:p>
        </p:txBody>
      </p:sp>
    </p:spTree>
    <p:extLst>
      <p:ext uri="{BB962C8B-B14F-4D97-AF65-F5344CB8AC3E}">
        <p14:creationId xmlns:p14="http://schemas.microsoft.com/office/powerpoint/2010/main" val="21596214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E5D57B1-75EF-4C97-9A07-06C42A328D75}"/>
              </a:ext>
            </a:extLst>
          </p:cNvPr>
          <p:cNvSpPr/>
          <p:nvPr userDrawn="1"/>
        </p:nvSpPr>
        <p:spPr>
          <a:xfrm>
            <a:off x="0" y="-3273"/>
            <a:ext cx="12192000" cy="1384301"/>
          </a:xfrm>
          <a:prstGeom prst="rect">
            <a:avLst/>
          </a:prstGeom>
          <a:gradFill flip="none" rotWithShape="1">
            <a:gsLst>
              <a:gs pos="45000">
                <a:schemeClr val="tx2"/>
              </a:gs>
              <a:gs pos="0">
                <a:schemeClr val="tx1"/>
              </a:gs>
              <a:gs pos="79000">
                <a:schemeClr val="accent1"/>
              </a:gs>
              <a:gs pos="100000">
                <a:srgbClr val="7CE8F4"/>
              </a:gs>
            </a:gsLst>
            <a:lin ang="195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14" name="Slide Number Placeholder 5">
            <a:extLst>
              <a:ext uri="{FF2B5EF4-FFF2-40B4-BE49-F238E27FC236}">
                <a16:creationId xmlns:a16="http://schemas.microsoft.com/office/drawing/2014/main" id="{D4CE4CF3-02DA-485F-B590-9FE6F5726AC1}"/>
              </a:ext>
            </a:extLst>
          </p:cNvPr>
          <p:cNvSpPr>
            <a:spLocks noGrp="1"/>
          </p:cNvSpPr>
          <p:nvPr>
            <p:ph type="sldNum" sz="quarter" idx="12"/>
          </p:nvPr>
        </p:nvSpPr>
        <p:spPr>
          <a:xfrm>
            <a:off x="7428974" y="6356866"/>
            <a:ext cx="4032605" cy="365125"/>
          </a:xfrm>
          <a:prstGeom prst="rect">
            <a:avLst/>
          </a:prstGeom>
        </p:spPr>
        <p:txBody>
          <a:bodyPr/>
          <a:lstStyle>
            <a:lvl1pPr algn="r">
              <a:defRPr sz="1400"/>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613A35D-97EF-7A48-AACF-97D95E22C11E}" type="slidenum">
              <a:rPr kumimoji="0" lang="en-US" sz="1400" b="0" i="0" u="none" strike="noStrike" kern="1200" cap="none" spc="0" normalizeH="0" baseline="0" noProof="0" smtClean="0">
                <a:ln>
                  <a:noFill/>
                </a:ln>
                <a:solidFill>
                  <a:srgbClr val="232F3E"/>
                </a:solidFill>
                <a:effectLst/>
                <a:uLnTx/>
                <a:uFillTx/>
                <a:latin typeface="Amazon Ember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13" name="Title 1">
            <a:extLst>
              <a:ext uri="{FF2B5EF4-FFF2-40B4-BE49-F238E27FC236}">
                <a16:creationId xmlns:a16="http://schemas.microsoft.com/office/drawing/2014/main" id="{595A1A70-0094-4A83-A2EF-A82AE6C1022E}"/>
              </a:ext>
            </a:extLst>
          </p:cNvPr>
          <p:cNvSpPr>
            <a:spLocks noGrp="1"/>
          </p:cNvSpPr>
          <p:nvPr>
            <p:ph type="title" hasCustomPrompt="1"/>
          </p:nvPr>
        </p:nvSpPr>
        <p:spPr bwMode="white">
          <a:xfrm>
            <a:off x="648227" y="154945"/>
            <a:ext cx="10928422" cy="1061238"/>
          </a:xfrm>
          <a:prstGeom prst="rect">
            <a:avLst/>
          </a:prstGeom>
        </p:spPr>
        <p:txBody>
          <a:bodyPr>
            <a:normAutofit/>
          </a:bodyPr>
          <a:lstStyle>
            <a:lvl1pPr fontAlgn="t">
              <a:defRPr sz="4400" baseline="0">
                <a:solidFill>
                  <a:schemeClr val="bg1"/>
                </a:solidFill>
                <a:latin typeface="Amazon Ember Medium" panose="020B0603020204030204" pitchFamily="34" charset="0"/>
                <a:ea typeface="Amazon Ember Medium" panose="020B0603020204030204" pitchFamily="34" charset="0"/>
                <a:cs typeface="Amazon Ember Medium" panose="020B0603020204030204" pitchFamily="34" charset="0"/>
              </a:defRPr>
            </a:lvl1pPr>
          </a:lstStyle>
          <a:p>
            <a:r>
              <a:rPr lang="en-US"/>
              <a:t>[Header Only]</a:t>
            </a:r>
          </a:p>
        </p:txBody>
      </p:sp>
      <p:pic>
        <p:nvPicPr>
          <p:cNvPr id="4" name="Picture 3">
            <a:extLst>
              <a:ext uri="{FF2B5EF4-FFF2-40B4-BE49-F238E27FC236}">
                <a16:creationId xmlns:a16="http://schemas.microsoft.com/office/drawing/2014/main" id="{029D4D66-306A-48BD-BDF3-2741FFD17D1D}"/>
              </a:ext>
            </a:extLst>
          </p:cNvPr>
          <p:cNvPicPr>
            <a:picLocks noChangeAspect="1"/>
          </p:cNvPicPr>
          <p:nvPr userDrawn="1"/>
        </p:nvPicPr>
        <p:blipFill>
          <a:blip r:embed="rId2"/>
          <a:stretch>
            <a:fillRect/>
          </a:stretch>
        </p:blipFill>
        <p:spPr>
          <a:xfrm>
            <a:off x="11461580" y="6208593"/>
            <a:ext cx="553221" cy="494462"/>
          </a:xfrm>
          <a:prstGeom prst="rect">
            <a:avLst/>
          </a:prstGeom>
        </p:spPr>
      </p:pic>
      <p:sp>
        <p:nvSpPr>
          <p:cNvPr id="10" name="TextBox 9">
            <a:extLst>
              <a:ext uri="{FF2B5EF4-FFF2-40B4-BE49-F238E27FC236}">
                <a16:creationId xmlns:a16="http://schemas.microsoft.com/office/drawing/2014/main" id="{52AB2642-77B5-4B79-9B47-7A7B6D920503}"/>
              </a:ext>
            </a:extLst>
          </p:cNvPr>
          <p:cNvSpPr txBox="1"/>
          <p:nvPr userDrawn="1"/>
        </p:nvSpPr>
        <p:spPr>
          <a:xfrm>
            <a:off x="94046" y="6503765"/>
            <a:ext cx="1928718" cy="307777"/>
          </a:xfrm>
          <a:prstGeom prst="rect">
            <a:avLst/>
          </a:prstGeom>
          <a:noFill/>
        </p:spPr>
        <p:txBody>
          <a:bodyPr wrap="square" rtlCol="0">
            <a:spAutoFit/>
          </a:bodyPr>
          <a:lstStyle/>
          <a:p>
            <a:r>
              <a:rPr lang="en-US" sz="1400"/>
              <a:t>Amazon Confidential</a:t>
            </a:r>
          </a:p>
        </p:txBody>
      </p:sp>
    </p:spTree>
    <p:extLst>
      <p:ext uri="{BB962C8B-B14F-4D97-AF65-F5344CB8AC3E}">
        <p14:creationId xmlns:p14="http://schemas.microsoft.com/office/powerpoint/2010/main" val="21791984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No Header">
    <p:spTree>
      <p:nvGrpSpPr>
        <p:cNvPr id="1" name=""/>
        <p:cNvGrpSpPr/>
        <p:nvPr/>
      </p:nvGrpSpPr>
      <p:grpSpPr>
        <a:xfrm>
          <a:off x="0" y="0"/>
          <a:ext cx="0" cy="0"/>
          <a:chOff x="0" y="0"/>
          <a:chExt cx="0" cy="0"/>
        </a:xfrm>
      </p:grpSpPr>
      <p:sp>
        <p:nvSpPr>
          <p:cNvPr id="14" name="Slide Number Placeholder 5">
            <a:extLst>
              <a:ext uri="{FF2B5EF4-FFF2-40B4-BE49-F238E27FC236}">
                <a16:creationId xmlns:a16="http://schemas.microsoft.com/office/drawing/2014/main" id="{D4CE4CF3-02DA-485F-B590-9FE6F5726AC1}"/>
              </a:ext>
            </a:extLst>
          </p:cNvPr>
          <p:cNvSpPr>
            <a:spLocks noGrp="1"/>
          </p:cNvSpPr>
          <p:nvPr>
            <p:ph type="sldNum" sz="quarter" idx="12"/>
          </p:nvPr>
        </p:nvSpPr>
        <p:spPr>
          <a:xfrm>
            <a:off x="7428974" y="6356866"/>
            <a:ext cx="4032605" cy="365125"/>
          </a:xfrm>
          <a:prstGeom prst="rect">
            <a:avLst/>
          </a:prstGeom>
        </p:spPr>
        <p:txBody>
          <a:bodyPr/>
          <a:lstStyle>
            <a:lvl1pPr algn="r">
              <a:defRPr sz="1400"/>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613A35D-97EF-7A48-AACF-97D95E22C11E}" type="slidenum">
              <a:rPr kumimoji="0" lang="en-US" sz="1400" b="0" i="0" u="none" strike="noStrike" kern="1200" cap="none" spc="0" normalizeH="0" baseline="0" noProof="0" smtClean="0">
                <a:ln>
                  <a:noFill/>
                </a:ln>
                <a:solidFill>
                  <a:srgbClr val="232F3E"/>
                </a:solidFill>
                <a:effectLst/>
                <a:uLnTx/>
                <a:uFillTx/>
                <a:latin typeface="Amazon Ember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7" name="Text Placeholder 2">
            <a:extLst>
              <a:ext uri="{FF2B5EF4-FFF2-40B4-BE49-F238E27FC236}">
                <a16:creationId xmlns:a16="http://schemas.microsoft.com/office/drawing/2014/main" id="{14D1B3DC-A5F0-4A0D-A9A1-14F5E69B02D7}"/>
              </a:ext>
            </a:extLst>
          </p:cNvPr>
          <p:cNvSpPr>
            <a:spLocks noGrp="1"/>
          </p:cNvSpPr>
          <p:nvPr>
            <p:ph idx="1" hasCustomPrompt="1"/>
          </p:nvPr>
        </p:nvSpPr>
        <p:spPr>
          <a:xfrm>
            <a:off x="648227" y="537882"/>
            <a:ext cx="10928422" cy="5526488"/>
          </a:xfrm>
          <a:prstGeom prst="rect">
            <a:avLst/>
          </a:prstGeom>
        </p:spPr>
        <p:txBody>
          <a:bodyPr vert="horz" lIns="91440" tIns="45720" rIns="91440" bIns="45720" rtlCol="0">
            <a:noAutofit/>
          </a:bodyPr>
          <a:lstStyle>
            <a:lvl1pPr marL="344488" indent="-344488" defTabSz="91440">
              <a:lnSpc>
                <a:spcPct val="100000"/>
              </a:lnSpc>
              <a:spcBef>
                <a:spcPts val="0"/>
              </a:spcBef>
              <a:spcAft>
                <a:spcPts val="600"/>
              </a:spcAft>
              <a:buClr>
                <a:srgbClr val="1D212E"/>
              </a:buClr>
              <a:buSzPct val="100000"/>
              <a:buFontTx/>
              <a:buBlip>
                <a:blip>
                  <a:extLst>
                    <a:ext uri="{96DAC541-7B7A-43D3-8B79-37D633B846F1}">
                      <asvg:svgBlip xmlns:asvg="http://schemas.microsoft.com/office/drawing/2016/SVG/main" r:embed="rId2"/>
                    </a:ext>
                  </a:extLst>
                </a:blip>
              </a:buBlip>
              <a:tabLst>
                <a:tab pos="227013" algn="l"/>
              </a:tabLst>
              <a:defRPr sz="28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27063" indent="-284163" defTabSz="114300">
              <a:lnSpc>
                <a:spcPct val="100000"/>
              </a:lnSpc>
              <a:spcBef>
                <a:spcPts val="0"/>
              </a:spcBef>
              <a:spcAft>
                <a:spcPts val="600"/>
              </a:spcAft>
              <a:buClr>
                <a:srgbClr val="1D212E"/>
              </a:buClr>
              <a:buFont typeface="Amazon Ember Light" panose="020B0403020204020204" pitchFamily="34" charset="0"/>
              <a:buChar char="»"/>
              <a:tabLst/>
              <a:defRPr sz="24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914400" indent="-225425">
              <a:lnSpc>
                <a:spcPct val="100000"/>
              </a:lnSpc>
              <a:spcBef>
                <a:spcPts val="0"/>
              </a:spcBef>
              <a:spcAft>
                <a:spcPts val="600"/>
              </a:spcAft>
              <a:buClr>
                <a:srgbClr val="1D212E"/>
              </a:buClr>
              <a:buFont typeface="Amazon Ember Light" panose="020B0403020204020204" pitchFamily="34" charset="0"/>
              <a:buChar char="»"/>
              <a:tabLst>
                <a:tab pos="91440" algn="l"/>
              </a:tabLst>
              <a:defRPr sz="20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201738" indent="-231775">
              <a:lnSpc>
                <a:spcPct val="100000"/>
              </a:lnSpc>
              <a:spcBef>
                <a:spcPts val="0"/>
              </a:spcBef>
              <a:spcAft>
                <a:spcPts val="400"/>
              </a:spcAft>
              <a:buClr>
                <a:srgbClr val="1D212E"/>
              </a:buClr>
              <a:buFont typeface="Amazon Ember Light" panose="020B0403020204020204" pitchFamily="34" charset="0"/>
              <a:buChar char="»"/>
              <a:tabLst>
                <a:tab pos="91440" algn="l"/>
              </a:tabLst>
              <a:defRPr sz="18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defTabSz="91440">
              <a:buClr>
                <a:srgbClr val="1D212E"/>
              </a:buClr>
              <a:buFont typeface="System Font Regular"/>
              <a:buNone/>
              <a:tabLst>
                <a:tab pos="91440" algn="l"/>
              </a:tabLst>
              <a:defRPr/>
            </a:lvl5pPr>
          </a:lstStyle>
          <a:p>
            <a:pPr lvl="0"/>
            <a:r>
              <a:rPr lang="en-US"/>
              <a:t>Use bullets sparingly, keep text brief</a:t>
            </a:r>
          </a:p>
          <a:p>
            <a:pPr lvl="1"/>
            <a:r>
              <a:rPr lang="en-US"/>
              <a:t>Second level</a:t>
            </a:r>
          </a:p>
          <a:p>
            <a:pPr lvl="2"/>
            <a:r>
              <a:rPr lang="en-US"/>
              <a:t>Third level</a:t>
            </a:r>
          </a:p>
          <a:p>
            <a:pPr lvl="3"/>
            <a:r>
              <a:rPr lang="en-US"/>
              <a:t>Fourth level</a:t>
            </a:r>
          </a:p>
          <a:p>
            <a:pPr lvl="3"/>
            <a:endParaRPr lang="en-US"/>
          </a:p>
        </p:txBody>
      </p:sp>
      <p:pic>
        <p:nvPicPr>
          <p:cNvPr id="3" name="Picture 2">
            <a:extLst>
              <a:ext uri="{FF2B5EF4-FFF2-40B4-BE49-F238E27FC236}">
                <a16:creationId xmlns:a16="http://schemas.microsoft.com/office/drawing/2014/main" id="{A62E6522-EF7C-BC9D-5D5C-781C398C0414}"/>
              </a:ext>
            </a:extLst>
          </p:cNvPr>
          <p:cNvPicPr>
            <a:picLocks noChangeAspect="1"/>
          </p:cNvPicPr>
          <p:nvPr userDrawn="1"/>
        </p:nvPicPr>
        <p:blipFill>
          <a:blip r:embed="rId3"/>
          <a:stretch>
            <a:fillRect/>
          </a:stretch>
        </p:blipFill>
        <p:spPr>
          <a:xfrm>
            <a:off x="11461580" y="6208593"/>
            <a:ext cx="553221" cy="494462"/>
          </a:xfrm>
          <a:prstGeom prst="rect">
            <a:avLst/>
          </a:prstGeom>
        </p:spPr>
      </p:pic>
      <p:sp>
        <p:nvSpPr>
          <p:cNvPr id="8" name="TextBox 7">
            <a:extLst>
              <a:ext uri="{FF2B5EF4-FFF2-40B4-BE49-F238E27FC236}">
                <a16:creationId xmlns:a16="http://schemas.microsoft.com/office/drawing/2014/main" id="{348D7B4F-9EBF-400D-813B-C4E0A8A31797}"/>
              </a:ext>
            </a:extLst>
          </p:cNvPr>
          <p:cNvSpPr txBox="1"/>
          <p:nvPr userDrawn="1"/>
        </p:nvSpPr>
        <p:spPr>
          <a:xfrm>
            <a:off x="94046" y="6503765"/>
            <a:ext cx="1928718" cy="307777"/>
          </a:xfrm>
          <a:prstGeom prst="rect">
            <a:avLst/>
          </a:prstGeom>
          <a:noFill/>
        </p:spPr>
        <p:txBody>
          <a:bodyPr wrap="square" rtlCol="0">
            <a:spAutoFit/>
          </a:bodyPr>
          <a:lstStyle/>
          <a:p>
            <a:r>
              <a:rPr lang="en-US" sz="1400"/>
              <a:t>Amazon Confidential</a:t>
            </a:r>
          </a:p>
        </p:txBody>
      </p:sp>
    </p:spTree>
    <p:extLst>
      <p:ext uri="{BB962C8B-B14F-4D97-AF65-F5344CB8AC3E}">
        <p14:creationId xmlns:p14="http://schemas.microsoft.com/office/powerpoint/2010/main" val="33014248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4" name="Slide Number Placeholder 5">
            <a:extLst>
              <a:ext uri="{FF2B5EF4-FFF2-40B4-BE49-F238E27FC236}">
                <a16:creationId xmlns:a16="http://schemas.microsoft.com/office/drawing/2014/main" id="{D4CE4CF3-02DA-485F-B590-9FE6F5726AC1}"/>
              </a:ext>
            </a:extLst>
          </p:cNvPr>
          <p:cNvSpPr>
            <a:spLocks noGrp="1"/>
          </p:cNvSpPr>
          <p:nvPr>
            <p:ph type="sldNum" sz="quarter" idx="12"/>
          </p:nvPr>
        </p:nvSpPr>
        <p:spPr>
          <a:xfrm>
            <a:off x="7428974" y="6356866"/>
            <a:ext cx="4032605" cy="365125"/>
          </a:xfrm>
          <a:prstGeom prst="rect">
            <a:avLst/>
          </a:prstGeom>
        </p:spPr>
        <p:txBody>
          <a:bodyPr/>
          <a:lstStyle>
            <a:lvl1pPr algn="r">
              <a:defRPr sz="1400"/>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613A35D-97EF-7A48-AACF-97D95E22C11E}" type="slidenum">
              <a:rPr kumimoji="0" lang="en-US" sz="1400" b="0" i="0" u="none" strike="noStrike" kern="1200" cap="none" spc="0" normalizeH="0" baseline="0" noProof="0" smtClean="0">
                <a:ln>
                  <a:noFill/>
                </a:ln>
                <a:solidFill>
                  <a:srgbClr val="232F3E"/>
                </a:solidFill>
                <a:effectLst/>
                <a:uLnTx/>
                <a:uFillTx/>
                <a:latin typeface="Amazon Ember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a:ln>
                <a:noFill/>
              </a:ln>
              <a:solidFill>
                <a:srgbClr val="232F3E"/>
              </a:solidFill>
              <a:effectLst/>
              <a:uLnTx/>
              <a:uFillTx/>
              <a:latin typeface="Amazon Ember Light"/>
              <a:ea typeface="+mn-ea"/>
              <a:cs typeface="+mn-cs"/>
            </a:endParaRPr>
          </a:p>
        </p:txBody>
      </p:sp>
      <p:pic>
        <p:nvPicPr>
          <p:cNvPr id="3" name="Picture 2">
            <a:extLst>
              <a:ext uri="{FF2B5EF4-FFF2-40B4-BE49-F238E27FC236}">
                <a16:creationId xmlns:a16="http://schemas.microsoft.com/office/drawing/2014/main" id="{93BDB192-FC80-89F6-D998-134DADD74546}"/>
              </a:ext>
            </a:extLst>
          </p:cNvPr>
          <p:cNvPicPr>
            <a:picLocks noChangeAspect="1"/>
          </p:cNvPicPr>
          <p:nvPr userDrawn="1"/>
        </p:nvPicPr>
        <p:blipFill>
          <a:blip r:embed="rId2"/>
          <a:stretch>
            <a:fillRect/>
          </a:stretch>
        </p:blipFill>
        <p:spPr>
          <a:xfrm>
            <a:off x="11461580" y="6208593"/>
            <a:ext cx="553221" cy="494462"/>
          </a:xfrm>
          <a:prstGeom prst="rect">
            <a:avLst/>
          </a:prstGeom>
        </p:spPr>
      </p:pic>
      <p:sp>
        <p:nvSpPr>
          <p:cNvPr id="7" name="TextBox 6">
            <a:extLst>
              <a:ext uri="{FF2B5EF4-FFF2-40B4-BE49-F238E27FC236}">
                <a16:creationId xmlns:a16="http://schemas.microsoft.com/office/drawing/2014/main" id="{FA9DC450-B302-4DB4-B7BE-B27D593E68E4}"/>
              </a:ext>
            </a:extLst>
          </p:cNvPr>
          <p:cNvSpPr txBox="1"/>
          <p:nvPr userDrawn="1"/>
        </p:nvSpPr>
        <p:spPr>
          <a:xfrm>
            <a:off x="94046" y="6503765"/>
            <a:ext cx="1928718" cy="307777"/>
          </a:xfrm>
          <a:prstGeom prst="rect">
            <a:avLst/>
          </a:prstGeom>
          <a:noFill/>
        </p:spPr>
        <p:txBody>
          <a:bodyPr wrap="square" rtlCol="0">
            <a:spAutoFit/>
          </a:bodyPr>
          <a:lstStyle/>
          <a:p>
            <a:r>
              <a:rPr lang="en-US" sz="1400"/>
              <a:t>Amazon Confidential</a:t>
            </a:r>
          </a:p>
        </p:txBody>
      </p:sp>
    </p:spTree>
    <p:extLst>
      <p:ext uri="{BB962C8B-B14F-4D97-AF65-F5344CB8AC3E}">
        <p14:creationId xmlns:p14="http://schemas.microsoft.com/office/powerpoint/2010/main" val="804852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inal">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94903AE-57F0-C240-B10F-0DC23B38C5B2}"/>
              </a:ext>
            </a:extLst>
          </p:cNvPr>
          <p:cNvSpPr/>
          <p:nvPr userDrawn="1"/>
        </p:nvSpPr>
        <p:spPr>
          <a:xfrm>
            <a:off x="-1" y="-1"/>
            <a:ext cx="12192000" cy="6858000"/>
          </a:xfrm>
          <a:prstGeom prst="rect">
            <a:avLst/>
          </a:prstGeom>
          <a:solidFill>
            <a:srgbClr val="1D21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D212E"/>
              </a:solidFill>
              <a:effectLst/>
              <a:highlight>
                <a:srgbClr val="1D212E"/>
              </a:highlight>
              <a:uLnTx/>
              <a:uFillTx/>
              <a:latin typeface="Amazon Ember Light"/>
              <a:ea typeface="+mn-ea"/>
              <a:cs typeface="+mn-cs"/>
            </a:endParaRPr>
          </a:p>
        </p:txBody>
      </p:sp>
      <p:sp>
        <p:nvSpPr>
          <p:cNvPr id="2" name="TextBox 1">
            <a:extLst>
              <a:ext uri="{FF2B5EF4-FFF2-40B4-BE49-F238E27FC236}">
                <a16:creationId xmlns:a16="http://schemas.microsoft.com/office/drawing/2014/main" id="{CEEE5780-BFB7-4409-9FDC-8B11B0E11B2A}"/>
              </a:ext>
            </a:extLst>
          </p:cNvPr>
          <p:cNvSpPr txBox="1"/>
          <p:nvPr userDrawn="1"/>
        </p:nvSpPr>
        <p:spPr bwMode="white">
          <a:xfrm>
            <a:off x="2177143" y="4908008"/>
            <a:ext cx="7837715" cy="110799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600" b="0" i="0" u="none" strike="noStrike" kern="1200" cap="none" spc="0" normalizeH="0" baseline="0" noProof="0">
                <a:ln>
                  <a:noFill/>
                </a:ln>
                <a:solidFill>
                  <a:srgbClr val="F4F4F4"/>
                </a:solidFill>
                <a:effectLst/>
                <a:uLnTx/>
                <a:uFillTx/>
                <a:latin typeface="Amazon Ember Light"/>
                <a:ea typeface="+mn-ea"/>
                <a:cs typeface="+mn-cs"/>
              </a:rPr>
              <a:t>Thank you!</a:t>
            </a:r>
          </a:p>
        </p:txBody>
      </p:sp>
      <p:pic>
        <p:nvPicPr>
          <p:cNvPr id="54" name="Picture 53">
            <a:extLst>
              <a:ext uri="{FF2B5EF4-FFF2-40B4-BE49-F238E27FC236}">
                <a16:creationId xmlns:a16="http://schemas.microsoft.com/office/drawing/2014/main" id="{E3A2FFBD-EF37-39FC-76A0-CCD27D3D9FFF}"/>
              </a:ext>
            </a:extLst>
          </p:cNvPr>
          <p:cNvPicPr>
            <a:picLocks noChangeAspect="1"/>
          </p:cNvPicPr>
          <p:nvPr userDrawn="1"/>
        </p:nvPicPr>
        <p:blipFill>
          <a:blip r:embed="rId2"/>
          <a:stretch>
            <a:fillRect/>
          </a:stretch>
        </p:blipFill>
        <p:spPr>
          <a:xfrm>
            <a:off x="3946979" y="1066472"/>
            <a:ext cx="4298041" cy="3841536"/>
          </a:xfrm>
          <a:prstGeom prst="rect">
            <a:avLst/>
          </a:prstGeom>
        </p:spPr>
      </p:pic>
    </p:spTree>
    <p:extLst>
      <p:ext uri="{BB962C8B-B14F-4D97-AF65-F5344CB8AC3E}">
        <p14:creationId xmlns:p14="http://schemas.microsoft.com/office/powerpoint/2010/main" val="243279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B1958381-5D12-7202-D462-99B9F1956C3C}"/>
              </a:ext>
            </a:extLst>
          </p:cNvPr>
          <p:cNvGrpSpPr/>
          <p:nvPr userDrawn="1"/>
        </p:nvGrpSpPr>
        <p:grpSpPr>
          <a:xfrm>
            <a:off x="3090139" y="758094"/>
            <a:ext cx="6011721" cy="5341812"/>
            <a:chOff x="3090139" y="758094"/>
            <a:chExt cx="6011721" cy="5341812"/>
          </a:xfrm>
          <a:solidFill>
            <a:schemeClr val="tx1"/>
          </a:solidFill>
        </p:grpSpPr>
        <p:cxnSp>
          <p:nvCxnSpPr>
            <p:cNvPr id="4" name="Straight Connector 3">
              <a:extLst>
                <a:ext uri="{FF2B5EF4-FFF2-40B4-BE49-F238E27FC236}">
                  <a16:creationId xmlns:a16="http://schemas.microsoft.com/office/drawing/2014/main" id="{8F097BE1-2A57-21B9-DA83-1789664F935A}"/>
                </a:ext>
              </a:extLst>
            </p:cNvPr>
            <p:cNvCxnSpPr>
              <a:cxnSpLocks/>
            </p:cNvCxnSpPr>
            <p:nvPr/>
          </p:nvCxnSpPr>
          <p:spPr>
            <a:xfrm>
              <a:off x="3090139" y="758094"/>
              <a:ext cx="6011721" cy="0"/>
            </a:xfrm>
            <a:prstGeom prst="line">
              <a:avLst/>
            </a:prstGeom>
            <a:grpFill/>
            <a:ln w="3175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0BC4B2BB-99A0-C681-E82C-CA0B904E61BB}"/>
                </a:ext>
              </a:extLst>
            </p:cNvPr>
            <p:cNvCxnSpPr>
              <a:cxnSpLocks/>
            </p:cNvCxnSpPr>
            <p:nvPr/>
          </p:nvCxnSpPr>
          <p:spPr>
            <a:xfrm>
              <a:off x="3639989" y="758094"/>
              <a:ext cx="0" cy="1018518"/>
            </a:xfrm>
            <a:prstGeom prst="line">
              <a:avLst/>
            </a:prstGeom>
            <a:grpFill/>
            <a:ln w="3175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05FC5285-A882-7DB5-591D-CD325525661C}"/>
                </a:ext>
              </a:extLst>
            </p:cNvPr>
            <p:cNvCxnSpPr>
              <a:cxnSpLocks/>
            </p:cNvCxnSpPr>
            <p:nvPr/>
          </p:nvCxnSpPr>
          <p:spPr>
            <a:xfrm>
              <a:off x="4311034" y="758094"/>
              <a:ext cx="0" cy="2700684"/>
            </a:xfrm>
            <a:prstGeom prst="line">
              <a:avLst/>
            </a:prstGeom>
            <a:grpFill/>
            <a:ln w="3175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44910E1-6AC0-4356-3460-41AE98A639F3}"/>
                </a:ext>
              </a:extLst>
            </p:cNvPr>
            <p:cNvCxnSpPr>
              <a:cxnSpLocks/>
            </p:cNvCxnSpPr>
            <p:nvPr/>
          </p:nvCxnSpPr>
          <p:spPr>
            <a:xfrm>
              <a:off x="4311034" y="3458776"/>
              <a:ext cx="3613746" cy="1"/>
            </a:xfrm>
            <a:prstGeom prst="line">
              <a:avLst/>
            </a:prstGeom>
            <a:grpFill/>
            <a:ln w="3175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DEC317F-DBE3-1A8B-B692-56D7692FECEF}"/>
                </a:ext>
              </a:extLst>
            </p:cNvPr>
            <p:cNvCxnSpPr>
              <a:cxnSpLocks/>
            </p:cNvCxnSpPr>
            <p:nvPr/>
          </p:nvCxnSpPr>
          <p:spPr>
            <a:xfrm>
              <a:off x="7924780" y="758094"/>
              <a:ext cx="0" cy="2700684"/>
            </a:xfrm>
            <a:prstGeom prst="line">
              <a:avLst/>
            </a:prstGeom>
            <a:grpFill/>
            <a:ln w="3175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FFADA6E-CBDD-8466-CB95-54219FBEBE26}"/>
                </a:ext>
              </a:extLst>
            </p:cNvPr>
            <p:cNvCxnSpPr>
              <a:cxnSpLocks/>
            </p:cNvCxnSpPr>
            <p:nvPr/>
          </p:nvCxnSpPr>
          <p:spPr>
            <a:xfrm>
              <a:off x="4762065" y="3857506"/>
              <a:ext cx="0" cy="936012"/>
            </a:xfrm>
            <a:prstGeom prst="line">
              <a:avLst/>
            </a:prstGeom>
            <a:grpFill/>
            <a:ln w="3175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6C7301B-A8D2-5980-C7D9-E438B273E2E0}"/>
                </a:ext>
              </a:extLst>
            </p:cNvPr>
            <p:cNvCxnSpPr>
              <a:cxnSpLocks/>
            </p:cNvCxnSpPr>
            <p:nvPr/>
          </p:nvCxnSpPr>
          <p:spPr>
            <a:xfrm>
              <a:off x="7479250" y="3857506"/>
              <a:ext cx="0" cy="936012"/>
            </a:xfrm>
            <a:prstGeom prst="line">
              <a:avLst/>
            </a:prstGeom>
            <a:grpFill/>
            <a:ln w="3175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E0E196E-E32C-660B-8CF1-8CA9EA68802E}"/>
                </a:ext>
              </a:extLst>
            </p:cNvPr>
            <p:cNvCxnSpPr>
              <a:cxnSpLocks/>
            </p:cNvCxnSpPr>
            <p:nvPr/>
          </p:nvCxnSpPr>
          <p:spPr>
            <a:xfrm>
              <a:off x="5213096" y="3458778"/>
              <a:ext cx="0" cy="1683115"/>
            </a:xfrm>
            <a:prstGeom prst="line">
              <a:avLst/>
            </a:prstGeom>
            <a:grpFill/>
            <a:ln w="3175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20DF344-269F-2997-47C3-1070ABE7317F}"/>
                </a:ext>
              </a:extLst>
            </p:cNvPr>
            <p:cNvCxnSpPr>
              <a:cxnSpLocks/>
            </p:cNvCxnSpPr>
            <p:nvPr/>
          </p:nvCxnSpPr>
          <p:spPr>
            <a:xfrm>
              <a:off x="7017218" y="3458776"/>
              <a:ext cx="0" cy="1683116"/>
            </a:xfrm>
            <a:prstGeom prst="line">
              <a:avLst/>
            </a:prstGeom>
            <a:grpFill/>
            <a:ln w="3175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56C0EE9-29DD-80BE-C505-C2C22BC3895C}"/>
                </a:ext>
              </a:extLst>
            </p:cNvPr>
            <p:cNvCxnSpPr>
              <a:cxnSpLocks/>
            </p:cNvCxnSpPr>
            <p:nvPr/>
          </p:nvCxnSpPr>
          <p:spPr>
            <a:xfrm>
              <a:off x="4311034" y="1506145"/>
              <a:ext cx="3613746" cy="0"/>
            </a:xfrm>
            <a:prstGeom prst="line">
              <a:avLst/>
            </a:prstGeom>
            <a:grpFill/>
            <a:ln w="3175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0DAC154-2CBB-E3E6-A5C4-1F6D4E0E9C6C}"/>
                </a:ext>
              </a:extLst>
            </p:cNvPr>
            <p:cNvCxnSpPr>
              <a:cxnSpLocks/>
            </p:cNvCxnSpPr>
            <p:nvPr/>
          </p:nvCxnSpPr>
          <p:spPr>
            <a:xfrm>
              <a:off x="5213096" y="5141892"/>
              <a:ext cx="1804123" cy="0"/>
            </a:xfrm>
            <a:prstGeom prst="line">
              <a:avLst/>
            </a:prstGeom>
            <a:grpFill/>
            <a:ln w="3175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CB7CCE8-6B86-C037-D374-63680A029078}"/>
                </a:ext>
              </a:extLst>
            </p:cNvPr>
            <p:cNvCxnSpPr>
              <a:cxnSpLocks/>
            </p:cNvCxnSpPr>
            <p:nvPr/>
          </p:nvCxnSpPr>
          <p:spPr>
            <a:xfrm>
              <a:off x="6513384" y="5141892"/>
              <a:ext cx="0" cy="958014"/>
            </a:xfrm>
            <a:prstGeom prst="line">
              <a:avLst/>
            </a:prstGeom>
            <a:grpFill/>
            <a:ln w="3175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24821B3-9A01-7517-D4E9-9A2621E660EC}"/>
                </a:ext>
              </a:extLst>
            </p:cNvPr>
            <p:cNvCxnSpPr>
              <a:cxnSpLocks/>
            </p:cNvCxnSpPr>
            <p:nvPr/>
          </p:nvCxnSpPr>
          <p:spPr>
            <a:xfrm>
              <a:off x="5719130" y="5141892"/>
              <a:ext cx="0" cy="958014"/>
            </a:xfrm>
            <a:prstGeom prst="line">
              <a:avLst/>
            </a:prstGeom>
            <a:grpFill/>
            <a:ln w="317500"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FC8D6DCF-2098-A0C2-8F8C-2BE778F25AE5}"/>
                </a:ext>
              </a:extLst>
            </p:cNvPr>
            <p:cNvSpPr/>
            <p:nvPr/>
          </p:nvSpPr>
          <p:spPr>
            <a:xfrm>
              <a:off x="6516686" y="2203855"/>
              <a:ext cx="555045" cy="555046"/>
            </a:xfrm>
            <a:prstGeom prst="ellipse">
              <a:avLst/>
            </a:prstGeom>
            <a:grpFill/>
            <a:ln w="317500" cap="rnd">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18" name="Oval 17">
              <a:extLst>
                <a:ext uri="{FF2B5EF4-FFF2-40B4-BE49-F238E27FC236}">
                  <a16:creationId xmlns:a16="http://schemas.microsoft.com/office/drawing/2014/main" id="{B6FE7954-03CA-0990-EF25-01ABB307A8AE}"/>
                </a:ext>
              </a:extLst>
            </p:cNvPr>
            <p:cNvSpPr/>
            <p:nvPr/>
          </p:nvSpPr>
          <p:spPr>
            <a:xfrm>
              <a:off x="5147583" y="2206024"/>
              <a:ext cx="555045" cy="555046"/>
            </a:xfrm>
            <a:prstGeom prst="ellipse">
              <a:avLst/>
            </a:prstGeom>
            <a:grpFill/>
            <a:ln w="317500" cap="rnd">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grpSp>
    </p:spTree>
    <p:extLst>
      <p:ext uri="{BB962C8B-B14F-4D97-AF65-F5344CB8AC3E}">
        <p14:creationId xmlns:p14="http://schemas.microsoft.com/office/powerpoint/2010/main" val="2117765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Module Titl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F52CF82-20B9-47BF-925B-636240644F92}"/>
              </a:ext>
            </a:extLst>
          </p:cNvPr>
          <p:cNvPicPr>
            <a:picLocks noChangeAspect="1"/>
          </p:cNvPicPr>
          <p:nvPr userDrawn="1"/>
        </p:nvPicPr>
        <p:blipFill>
          <a:blip r:embed="rId2">
            <a:extLst>
              <a:ext uri="{BEBA8EAE-BF5A-486C-A8C5-ECC9F3942E4B}">
                <a14:imgProps xmlns:a14="http://schemas.microsoft.com/office/drawing/2010/main">
                  <a14:imgLayer r:embed="rId3">
                    <a14:imgEffect>
                      <a14:saturation sat="0"/>
                    </a14:imgEffect>
                    <a14:imgEffect>
                      <a14:brightnessContrast bright="40000" contrast="40000"/>
                    </a14:imgEffect>
                  </a14:imgLayer>
                </a14:imgProps>
              </a:ext>
            </a:extLst>
          </a:blip>
          <a:srcRect/>
          <a:stretch/>
        </p:blipFill>
        <p:spPr>
          <a:xfrm>
            <a:off x="0" y="0"/>
            <a:ext cx="12192000" cy="6850856"/>
          </a:xfrm>
          <a:prstGeom prst="rect">
            <a:avLst/>
          </a:prstGeom>
        </p:spPr>
      </p:pic>
      <p:sp>
        <p:nvSpPr>
          <p:cNvPr id="2" name="Title 1">
            <a:extLst>
              <a:ext uri="{FF2B5EF4-FFF2-40B4-BE49-F238E27FC236}">
                <a16:creationId xmlns:a16="http://schemas.microsoft.com/office/drawing/2014/main" id="{97B11BBA-1DAA-B14B-9C96-C59B5BD24429}"/>
              </a:ext>
            </a:extLst>
          </p:cNvPr>
          <p:cNvSpPr>
            <a:spLocks noGrp="1"/>
          </p:cNvSpPr>
          <p:nvPr>
            <p:ph type="ctrTitle" hasCustomPrompt="1"/>
          </p:nvPr>
        </p:nvSpPr>
        <p:spPr>
          <a:xfrm>
            <a:off x="981693" y="3054952"/>
            <a:ext cx="10228613" cy="748095"/>
          </a:xfrm>
          <a:prstGeom prst="rect">
            <a:avLst/>
          </a:prstGeom>
        </p:spPr>
        <p:txBody>
          <a:bodyPr anchor="b">
            <a:noAutofit/>
          </a:bodyPr>
          <a:lstStyle>
            <a:lvl1pPr algn="ctr">
              <a:defRPr sz="5400" baseline="0">
                <a:solidFill>
                  <a:schemeClr val="tx2"/>
                </a:solidFill>
                <a:latin typeface="Amazon Ember Heavy" panose="020B0803020204020204" pitchFamily="34" charset="0"/>
                <a:ea typeface="Amazon Ember Heavy" panose="020B0803020204020204" pitchFamily="34" charset="0"/>
                <a:cs typeface="Amazon Ember Heavy" panose="020B0803020204020204" pitchFamily="34" charset="0"/>
              </a:defRPr>
            </a:lvl1pPr>
          </a:lstStyle>
          <a:p>
            <a:r>
              <a:rPr lang="en-US"/>
              <a:t>Module [#]: [Module title]</a:t>
            </a:r>
          </a:p>
        </p:txBody>
      </p:sp>
      <p:sp>
        <p:nvSpPr>
          <p:cNvPr id="3" name="Subtitle 2">
            <a:extLst>
              <a:ext uri="{FF2B5EF4-FFF2-40B4-BE49-F238E27FC236}">
                <a16:creationId xmlns:a16="http://schemas.microsoft.com/office/drawing/2014/main" id="{CF3CF3B5-FF49-6B47-9C41-1F3CF8BA1272}"/>
              </a:ext>
            </a:extLst>
          </p:cNvPr>
          <p:cNvSpPr>
            <a:spLocks noGrp="1"/>
          </p:cNvSpPr>
          <p:nvPr>
            <p:ph type="subTitle" idx="1" hasCustomPrompt="1"/>
          </p:nvPr>
        </p:nvSpPr>
        <p:spPr>
          <a:xfrm>
            <a:off x="981693" y="3744098"/>
            <a:ext cx="10228613" cy="606994"/>
          </a:xfrm>
        </p:spPr>
        <p:txBody>
          <a:bodyPr>
            <a:noAutofit/>
          </a:bodyPr>
          <a:lstStyle>
            <a:lvl1pPr marL="0" indent="0" algn="ctr">
              <a:buNone/>
              <a:defRPr sz="3600" baseline="0">
                <a:solidFill>
                  <a:schemeClr val="tx2"/>
                </a:solidFill>
                <a:latin typeface="Amazon Ember Medium" panose="020B0603020204030204" pitchFamily="34" charset="0"/>
                <a:ea typeface="Amazon Ember Medium" panose="020B0603020204030204" pitchFamily="34" charset="0"/>
                <a:cs typeface="Amazon Ember Medium" panose="020B0603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[Module subheading (if applicable)]</a:t>
            </a:r>
          </a:p>
        </p:txBody>
      </p:sp>
      <p:pic>
        <p:nvPicPr>
          <p:cNvPr id="11" name="Picture 10">
            <a:extLst>
              <a:ext uri="{FF2B5EF4-FFF2-40B4-BE49-F238E27FC236}">
                <a16:creationId xmlns:a16="http://schemas.microsoft.com/office/drawing/2014/main" id="{C54F5136-A561-4A83-A064-ED787A9B967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08808" y="505908"/>
            <a:ext cx="5578238" cy="983254"/>
          </a:xfrm>
          <a:prstGeom prst="rect">
            <a:avLst/>
          </a:prstGeom>
        </p:spPr>
      </p:pic>
    </p:spTree>
    <p:extLst>
      <p:ext uri="{BB962C8B-B14F-4D97-AF65-F5344CB8AC3E}">
        <p14:creationId xmlns:p14="http://schemas.microsoft.com/office/powerpoint/2010/main" val="3674084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Image or Diagram Slide">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0BC7C07F-513F-9C4B-BBE9-29404CEBFB0B}"/>
              </a:ext>
            </a:extLst>
          </p:cNvPr>
          <p:cNvPicPr>
            <a:picLocks noChangeAspect="1"/>
          </p:cNvPicPr>
          <p:nvPr userDrawn="1"/>
        </p:nvPicPr>
        <p:blipFill>
          <a:blip r:embed="rId2"/>
          <a:srcRect/>
          <a:stretch/>
        </p:blipFill>
        <p:spPr>
          <a:xfrm>
            <a:off x="0" y="0"/>
            <a:ext cx="12192000" cy="1384300"/>
          </a:xfrm>
          <a:prstGeom prst="rect">
            <a:avLst/>
          </a:prstGeom>
        </p:spPr>
      </p:pic>
      <p:pic>
        <p:nvPicPr>
          <p:cNvPr id="9" name="Picture 8">
            <a:extLst>
              <a:ext uri="{FF2B5EF4-FFF2-40B4-BE49-F238E27FC236}">
                <a16:creationId xmlns:a16="http://schemas.microsoft.com/office/drawing/2014/main" id="{DA5CADB4-6EC2-F048-B790-E1E1082FEE30}"/>
              </a:ext>
            </a:extLst>
          </p:cNvPr>
          <p:cNvPicPr>
            <a:picLocks noChangeAspect="1"/>
          </p:cNvPicPr>
          <p:nvPr userDrawn="1"/>
        </p:nvPicPr>
        <p:blipFill>
          <a:blip r:embed="rId3"/>
          <a:stretch>
            <a:fillRect/>
          </a:stretch>
        </p:blipFill>
        <p:spPr>
          <a:xfrm>
            <a:off x="10332339" y="6356866"/>
            <a:ext cx="1662976" cy="319611"/>
          </a:xfrm>
          <a:prstGeom prst="rect">
            <a:avLst/>
          </a:prstGeom>
        </p:spPr>
      </p:pic>
      <p:sp>
        <p:nvSpPr>
          <p:cNvPr id="5" name="Footer Placeholder 4">
            <a:extLst>
              <a:ext uri="{FF2B5EF4-FFF2-40B4-BE49-F238E27FC236}">
                <a16:creationId xmlns:a16="http://schemas.microsoft.com/office/drawing/2014/main" id="{F00F31F0-E5DB-3145-BBA8-08D627B14CCC}"/>
              </a:ext>
            </a:extLst>
          </p:cNvPr>
          <p:cNvSpPr>
            <a:spLocks noGrp="1"/>
          </p:cNvSpPr>
          <p:nvPr>
            <p:ph type="ftr" sz="quarter" idx="11"/>
          </p:nvPr>
        </p:nvSpPr>
        <p:spPr>
          <a:xfrm>
            <a:off x="648227" y="6356350"/>
            <a:ext cx="4114800" cy="365125"/>
          </a:xfrm>
          <a:prstGeom prst="rect">
            <a:avLst/>
          </a:prstGeom>
        </p:spPr>
        <p:txBody>
          <a:bodyPr/>
          <a:lstStyle/>
          <a:p>
            <a:endParaRPr lang="en-US"/>
          </a:p>
        </p:txBody>
      </p:sp>
      <p:sp>
        <p:nvSpPr>
          <p:cNvPr id="14" name="Slide Number Placeholder 5">
            <a:extLst>
              <a:ext uri="{FF2B5EF4-FFF2-40B4-BE49-F238E27FC236}">
                <a16:creationId xmlns:a16="http://schemas.microsoft.com/office/drawing/2014/main" id="{D4CE4CF3-02DA-485F-B590-9FE6F5726AC1}"/>
              </a:ext>
            </a:extLst>
          </p:cNvPr>
          <p:cNvSpPr>
            <a:spLocks noGrp="1"/>
          </p:cNvSpPr>
          <p:nvPr>
            <p:ph type="sldNum" sz="quarter" idx="12"/>
          </p:nvPr>
        </p:nvSpPr>
        <p:spPr>
          <a:xfrm>
            <a:off x="7428975" y="6356866"/>
            <a:ext cx="2743200" cy="365125"/>
          </a:xfrm>
          <a:prstGeom prst="rect">
            <a:avLst/>
          </a:prstGeom>
        </p:spPr>
        <p:txBody>
          <a:bodyPr/>
          <a:lstStyle>
            <a:lvl1pPr algn="r">
              <a:defRPr sz="1400"/>
            </a:lvl1pPr>
          </a:lstStyle>
          <a:p>
            <a:fld id="{2613A35D-97EF-7A48-AACF-97D95E22C11E}" type="slidenum">
              <a:rPr lang="en-US" smtClean="0"/>
              <a:pPr/>
              <a:t>‹#›</a:t>
            </a:fld>
            <a:endParaRPr lang="en-US"/>
          </a:p>
        </p:txBody>
      </p:sp>
      <p:sp>
        <p:nvSpPr>
          <p:cNvPr id="13" name="Title 1">
            <a:extLst>
              <a:ext uri="{FF2B5EF4-FFF2-40B4-BE49-F238E27FC236}">
                <a16:creationId xmlns:a16="http://schemas.microsoft.com/office/drawing/2014/main" id="{595A1A70-0094-4A83-A2EF-A82AE6C1022E}"/>
              </a:ext>
            </a:extLst>
          </p:cNvPr>
          <p:cNvSpPr>
            <a:spLocks noGrp="1"/>
          </p:cNvSpPr>
          <p:nvPr>
            <p:ph type="title" hasCustomPrompt="1"/>
          </p:nvPr>
        </p:nvSpPr>
        <p:spPr>
          <a:xfrm>
            <a:off x="648227" y="154945"/>
            <a:ext cx="10928422" cy="1061238"/>
          </a:xfrm>
          <a:prstGeom prst="rect">
            <a:avLst/>
          </a:prstGeom>
        </p:spPr>
        <p:txBody>
          <a:bodyPr>
            <a:normAutofit/>
          </a:bodyPr>
          <a:lstStyle>
            <a:lvl1pPr fontAlgn="t">
              <a:defRPr sz="4400" baseline="0">
                <a:solidFill>
                  <a:schemeClr val="bg1"/>
                </a:solidFill>
                <a:latin typeface="Amazon Ember Medium" panose="020B0603020204030204" pitchFamily="34" charset="0"/>
                <a:ea typeface="Amazon Ember Medium" panose="020B0603020204030204" pitchFamily="34" charset="0"/>
                <a:cs typeface="Amazon Ember Medium" panose="020B0603020204030204" pitchFamily="34" charset="0"/>
              </a:defRPr>
            </a:lvl1pPr>
          </a:lstStyle>
          <a:p>
            <a:r>
              <a:rPr lang="en-US"/>
              <a:t>[Image/Diagram Slide Style]</a:t>
            </a:r>
          </a:p>
        </p:txBody>
      </p:sp>
      <p:sp>
        <p:nvSpPr>
          <p:cNvPr id="19" name="Text Placeholder 2">
            <a:extLst>
              <a:ext uri="{FF2B5EF4-FFF2-40B4-BE49-F238E27FC236}">
                <a16:creationId xmlns:a16="http://schemas.microsoft.com/office/drawing/2014/main" id="{D4B09A44-6DE8-4DF2-9267-9223C3645EC7}"/>
              </a:ext>
            </a:extLst>
          </p:cNvPr>
          <p:cNvSpPr>
            <a:spLocks noGrp="1"/>
          </p:cNvSpPr>
          <p:nvPr>
            <p:ph idx="1" hasCustomPrompt="1"/>
          </p:nvPr>
        </p:nvSpPr>
        <p:spPr>
          <a:xfrm>
            <a:off x="648227" y="1673525"/>
            <a:ext cx="10928422" cy="4390845"/>
          </a:xfrm>
          <a:prstGeom prst="rect">
            <a:avLst/>
          </a:prstGeom>
        </p:spPr>
        <p:txBody>
          <a:bodyPr vert="horz" lIns="91440" tIns="45720" rIns="91440" bIns="45720" rtlCol="0">
            <a:noAutofit/>
          </a:bodyPr>
          <a:lstStyle>
            <a:lvl1pPr marL="403225" indent="-403225" defTabSz="91440">
              <a:lnSpc>
                <a:spcPct val="100000"/>
              </a:lnSpc>
              <a:spcBef>
                <a:spcPts val="0"/>
              </a:spcBef>
              <a:spcAft>
                <a:spcPts val="600"/>
              </a:spcAft>
              <a:buClr>
                <a:srgbClr val="1D212E"/>
              </a:buClr>
              <a:buSzPct val="110000"/>
              <a:buFontTx/>
              <a:buBlip>
                <a:blip>
                  <a:extLst>
                    <a:ext uri="{96DAC541-7B7A-43D3-8B79-37D633B846F1}">
                      <asvg:svgBlip xmlns:asvg="http://schemas.microsoft.com/office/drawing/2016/SVG/main" r:embed="rId4"/>
                    </a:ext>
                  </a:extLst>
                </a:blip>
              </a:buBlip>
              <a:tabLst>
                <a:tab pos="227013" algn="l"/>
              </a:tabLst>
              <a:defRPr sz="2800">
                <a:solidFill>
                  <a:schemeClr val="accent4"/>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90563" indent="-284163" defTabSz="114300">
              <a:lnSpc>
                <a:spcPct val="100000"/>
              </a:lnSpc>
              <a:spcBef>
                <a:spcPts val="0"/>
              </a:spcBef>
              <a:spcAft>
                <a:spcPts val="600"/>
              </a:spcAft>
              <a:buClr>
                <a:srgbClr val="1D212E"/>
              </a:buClr>
              <a:buFont typeface="Amazon Ember Light" panose="020B0403020204020204" pitchFamily="34" charset="0"/>
              <a:buChar char="»"/>
              <a:tabLst/>
              <a:defRPr sz="2400">
                <a:solidFill>
                  <a:schemeClr val="accent4"/>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974725" indent="-225425">
              <a:lnSpc>
                <a:spcPct val="100000"/>
              </a:lnSpc>
              <a:spcBef>
                <a:spcPts val="0"/>
              </a:spcBef>
              <a:spcAft>
                <a:spcPts val="600"/>
              </a:spcAft>
              <a:buClr>
                <a:srgbClr val="1D212E"/>
              </a:buClr>
              <a:buFont typeface="Amazon Ember Light" panose="020B0403020204020204" pitchFamily="34" charset="0"/>
              <a:buChar char="»"/>
              <a:tabLst>
                <a:tab pos="91440" algn="l"/>
              </a:tabLst>
              <a:defRPr sz="2000">
                <a:latin typeface="Amazon Ember Light" panose="020B0403020204020204" pitchFamily="34" charset="0"/>
                <a:ea typeface="Amazon Ember Light" panose="020B0403020204020204" pitchFamily="34" charset="0"/>
                <a:cs typeface="Amazon Ember Light" panose="020B0403020204020204" pitchFamily="34" charset="0"/>
              </a:defRPr>
            </a:lvl3pPr>
            <a:lvl4pPr marL="1258888" indent="-231775">
              <a:lnSpc>
                <a:spcPct val="100000"/>
              </a:lnSpc>
              <a:spcBef>
                <a:spcPts val="0"/>
              </a:spcBef>
              <a:spcAft>
                <a:spcPts val="400"/>
              </a:spcAft>
              <a:buClr>
                <a:srgbClr val="1D212E"/>
              </a:buClr>
              <a:buFont typeface="Amazon Ember Light" panose="020B0403020204020204" pitchFamily="34" charset="0"/>
              <a:buChar char="»"/>
              <a:tabLst>
                <a:tab pos="91440" algn="l"/>
              </a:tabLst>
              <a:defRPr sz="1800">
                <a:latin typeface="Amazon Ember Light" panose="020B0403020204020204" pitchFamily="34" charset="0"/>
                <a:ea typeface="Amazon Ember Light" panose="020B0403020204020204" pitchFamily="34" charset="0"/>
                <a:cs typeface="Amazon Ember Light" panose="020B0403020204020204" pitchFamily="34" charset="0"/>
              </a:defRPr>
            </a:lvl4pPr>
            <a:lvl5pPr defTabSz="91440">
              <a:buClr>
                <a:srgbClr val="1D212E"/>
              </a:buClr>
              <a:buFont typeface="System Font Regular"/>
              <a:buNone/>
              <a:tabLst>
                <a:tab pos="91440" algn="l"/>
              </a:tabLst>
              <a:defRPr/>
            </a:lvl5pPr>
          </a:lstStyle>
          <a:p>
            <a:pPr lvl="0"/>
            <a:r>
              <a:rPr lang="en-US"/>
              <a:t>First level</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2710774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Content Blue Gray">
    <p:bg>
      <p:bgRef idx="1001">
        <a:schemeClr val="bg1"/>
      </p:bgRef>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89324683-C27D-EE41-B298-327C1D43CE79}"/>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0" name="Rectangle 9">
            <a:extLst>
              <a:ext uri="{FF2B5EF4-FFF2-40B4-BE49-F238E27FC236}">
                <a16:creationId xmlns:a16="http://schemas.microsoft.com/office/drawing/2014/main" id="{46D31CE5-C12B-435B-BDC2-422CF0FB9AEA}"/>
              </a:ext>
            </a:extLst>
          </p:cNvPr>
          <p:cNvSpPr/>
          <p:nvPr userDrawn="1"/>
        </p:nvSpPr>
        <p:spPr>
          <a:xfrm>
            <a:off x="0" y="1378604"/>
            <a:ext cx="12192000" cy="5479396"/>
          </a:xfrm>
          <a:prstGeom prst="rect">
            <a:avLst/>
          </a:prstGeom>
          <a:solidFill>
            <a:srgbClr val="FF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0BC7C07F-513F-9C4B-BBE9-29404CEBFB0B}"/>
              </a:ext>
            </a:extLst>
          </p:cNvPr>
          <p:cNvPicPr>
            <a:picLocks noChangeAspect="1"/>
          </p:cNvPicPr>
          <p:nvPr userDrawn="1"/>
        </p:nvPicPr>
        <p:blipFill>
          <a:blip r:embed="rId3"/>
          <a:srcRect/>
          <a:stretch/>
        </p:blipFill>
        <p:spPr>
          <a:xfrm>
            <a:off x="0" y="0"/>
            <a:ext cx="12192000" cy="1384300"/>
          </a:xfrm>
          <a:prstGeom prst="rect">
            <a:avLst/>
          </a:prstGeom>
        </p:spPr>
      </p:pic>
      <p:pic>
        <p:nvPicPr>
          <p:cNvPr id="9" name="Picture 8">
            <a:extLst>
              <a:ext uri="{FF2B5EF4-FFF2-40B4-BE49-F238E27FC236}">
                <a16:creationId xmlns:a16="http://schemas.microsoft.com/office/drawing/2014/main" id="{DA5CADB4-6EC2-F048-B790-E1E1082FEE30}"/>
              </a:ext>
            </a:extLst>
          </p:cNvPr>
          <p:cNvPicPr>
            <a:picLocks noChangeAspect="1"/>
          </p:cNvPicPr>
          <p:nvPr userDrawn="1"/>
        </p:nvPicPr>
        <p:blipFill>
          <a:blip r:embed="rId4"/>
          <a:stretch>
            <a:fillRect/>
          </a:stretch>
        </p:blipFill>
        <p:spPr>
          <a:xfrm>
            <a:off x="10332339" y="6356866"/>
            <a:ext cx="1662976" cy="319611"/>
          </a:xfrm>
          <a:prstGeom prst="rect">
            <a:avLst/>
          </a:prstGeom>
        </p:spPr>
      </p:pic>
      <p:sp>
        <p:nvSpPr>
          <p:cNvPr id="5" name="Footer Placeholder 4">
            <a:extLst>
              <a:ext uri="{FF2B5EF4-FFF2-40B4-BE49-F238E27FC236}">
                <a16:creationId xmlns:a16="http://schemas.microsoft.com/office/drawing/2014/main" id="{F00F31F0-E5DB-3145-BBA8-08D627B14CCC}"/>
              </a:ext>
            </a:extLst>
          </p:cNvPr>
          <p:cNvSpPr>
            <a:spLocks noGrp="1"/>
          </p:cNvSpPr>
          <p:nvPr>
            <p:ph type="ftr" sz="quarter" idx="11"/>
          </p:nvPr>
        </p:nvSpPr>
        <p:spPr>
          <a:xfrm>
            <a:off x="648227" y="6356350"/>
            <a:ext cx="4114800" cy="365125"/>
          </a:xfrm>
          <a:prstGeom prst="rect">
            <a:avLst/>
          </a:prstGeom>
        </p:spPr>
        <p:txBody>
          <a:bodyPr/>
          <a:lstStyle/>
          <a:p>
            <a:endParaRPr lang="en-US"/>
          </a:p>
        </p:txBody>
      </p:sp>
      <p:sp>
        <p:nvSpPr>
          <p:cNvPr id="13" name="Slide Number Placeholder 5">
            <a:extLst>
              <a:ext uri="{FF2B5EF4-FFF2-40B4-BE49-F238E27FC236}">
                <a16:creationId xmlns:a16="http://schemas.microsoft.com/office/drawing/2014/main" id="{6C283E9D-F50D-439E-8A38-69DC0A8D8C07}"/>
              </a:ext>
            </a:extLst>
          </p:cNvPr>
          <p:cNvSpPr>
            <a:spLocks noGrp="1"/>
          </p:cNvSpPr>
          <p:nvPr>
            <p:ph type="sldNum" sz="quarter" idx="12"/>
          </p:nvPr>
        </p:nvSpPr>
        <p:spPr>
          <a:xfrm>
            <a:off x="7428975" y="6356866"/>
            <a:ext cx="2743200" cy="365125"/>
          </a:xfrm>
          <a:prstGeom prst="rect">
            <a:avLst/>
          </a:prstGeom>
        </p:spPr>
        <p:txBody>
          <a:bodyPr/>
          <a:lstStyle>
            <a:lvl1pPr algn="r">
              <a:defRPr sz="1400">
                <a:solidFill>
                  <a:schemeClr val="tx1"/>
                </a:solidFill>
              </a:defRPr>
            </a:lvl1pPr>
          </a:lstStyle>
          <a:p>
            <a:fld id="{2613A35D-97EF-7A48-AACF-97D95E22C11E}" type="slidenum">
              <a:rPr lang="en-US" smtClean="0"/>
              <a:pPr/>
              <a:t>‹#›</a:t>
            </a:fld>
            <a:endParaRPr lang="en-US"/>
          </a:p>
        </p:txBody>
      </p:sp>
      <p:sp>
        <p:nvSpPr>
          <p:cNvPr id="21" name="Title 1">
            <a:extLst>
              <a:ext uri="{FF2B5EF4-FFF2-40B4-BE49-F238E27FC236}">
                <a16:creationId xmlns:a16="http://schemas.microsoft.com/office/drawing/2014/main" id="{9BC1588F-094F-4A81-B38F-FA160FF57D64}"/>
              </a:ext>
            </a:extLst>
          </p:cNvPr>
          <p:cNvSpPr>
            <a:spLocks noGrp="1"/>
          </p:cNvSpPr>
          <p:nvPr>
            <p:ph type="title" hasCustomPrompt="1"/>
          </p:nvPr>
        </p:nvSpPr>
        <p:spPr>
          <a:xfrm>
            <a:off x="648227" y="154945"/>
            <a:ext cx="10928422" cy="1061238"/>
          </a:xfrm>
          <a:prstGeom prst="rect">
            <a:avLst/>
          </a:prstGeom>
        </p:spPr>
        <p:txBody>
          <a:bodyPr>
            <a:normAutofit/>
          </a:bodyPr>
          <a:lstStyle>
            <a:lvl1pPr fontAlgn="t">
              <a:defRPr sz="4400" baseline="0">
                <a:solidFill>
                  <a:schemeClr val="bg1"/>
                </a:solidFill>
                <a:latin typeface="Amazon Ember Medium" panose="020B0603020204030204" pitchFamily="34" charset="0"/>
                <a:ea typeface="Amazon Ember Medium" panose="020B0603020204030204" pitchFamily="34" charset="0"/>
                <a:cs typeface="Amazon Ember Medium" panose="020B0603020204030204" pitchFamily="34" charset="0"/>
              </a:defRPr>
            </a:lvl1pPr>
          </a:lstStyle>
          <a:p>
            <a:r>
              <a:rPr lang="en-US"/>
              <a:t>[Text Slide Style]</a:t>
            </a:r>
          </a:p>
        </p:txBody>
      </p:sp>
      <p:sp>
        <p:nvSpPr>
          <p:cNvPr id="22" name="Text Placeholder 2">
            <a:extLst>
              <a:ext uri="{FF2B5EF4-FFF2-40B4-BE49-F238E27FC236}">
                <a16:creationId xmlns:a16="http://schemas.microsoft.com/office/drawing/2014/main" id="{532D1030-B066-460B-B596-5FF45CA1F896}"/>
              </a:ext>
            </a:extLst>
          </p:cNvPr>
          <p:cNvSpPr>
            <a:spLocks noGrp="1"/>
          </p:cNvSpPr>
          <p:nvPr>
            <p:ph idx="1" hasCustomPrompt="1"/>
          </p:nvPr>
        </p:nvSpPr>
        <p:spPr>
          <a:xfrm>
            <a:off x="648227" y="1673525"/>
            <a:ext cx="10928422" cy="4390845"/>
          </a:xfrm>
          <a:prstGeom prst="rect">
            <a:avLst/>
          </a:prstGeom>
        </p:spPr>
        <p:txBody>
          <a:bodyPr vert="horz" lIns="91440" tIns="45720" rIns="91440" bIns="45720" rtlCol="0">
            <a:noAutofit/>
          </a:bodyPr>
          <a:lstStyle>
            <a:lvl1pPr marL="403225" indent="-403225" defTabSz="91440">
              <a:lnSpc>
                <a:spcPct val="100000"/>
              </a:lnSpc>
              <a:spcBef>
                <a:spcPts val="0"/>
              </a:spcBef>
              <a:spcAft>
                <a:spcPts val="600"/>
              </a:spcAft>
              <a:buClr>
                <a:srgbClr val="1D212E"/>
              </a:buClr>
              <a:buSzPct val="110000"/>
              <a:buFontTx/>
              <a:buBlip>
                <a:blip>
                  <a:extLst>
                    <a:ext uri="{96DAC541-7B7A-43D3-8B79-37D633B846F1}">
                      <asvg:svgBlip xmlns:asvg="http://schemas.microsoft.com/office/drawing/2016/SVG/main" r:embed="rId5"/>
                    </a:ext>
                  </a:extLst>
                </a:blip>
              </a:buBlip>
              <a:tabLst>
                <a:tab pos="227013" algn="l"/>
              </a:tabLst>
              <a:defRPr sz="2800">
                <a:solidFill>
                  <a:schemeClr val="accent4"/>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90563" indent="-284163" defTabSz="114300">
              <a:lnSpc>
                <a:spcPct val="100000"/>
              </a:lnSpc>
              <a:spcBef>
                <a:spcPts val="0"/>
              </a:spcBef>
              <a:spcAft>
                <a:spcPts val="600"/>
              </a:spcAft>
              <a:buClr>
                <a:srgbClr val="1D212E"/>
              </a:buClr>
              <a:buFont typeface="Amazon Ember Light" panose="020B0403020204020204" pitchFamily="34" charset="0"/>
              <a:buChar char="»"/>
              <a:tabLst/>
              <a:defRPr sz="2400">
                <a:solidFill>
                  <a:schemeClr val="accent4"/>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974725" indent="-225425">
              <a:lnSpc>
                <a:spcPct val="100000"/>
              </a:lnSpc>
              <a:spcBef>
                <a:spcPts val="0"/>
              </a:spcBef>
              <a:spcAft>
                <a:spcPts val="600"/>
              </a:spcAft>
              <a:buClr>
                <a:srgbClr val="1D212E"/>
              </a:buClr>
              <a:buFont typeface="Amazon Ember Light" panose="020B0403020204020204" pitchFamily="34" charset="0"/>
              <a:buChar char="»"/>
              <a:tabLst>
                <a:tab pos="91440" algn="l"/>
              </a:tabLst>
              <a:defRPr sz="2000">
                <a:latin typeface="Amazon Ember Light" panose="020B0403020204020204" pitchFamily="34" charset="0"/>
                <a:ea typeface="Amazon Ember Light" panose="020B0403020204020204" pitchFamily="34" charset="0"/>
                <a:cs typeface="Amazon Ember Light" panose="020B0403020204020204" pitchFamily="34" charset="0"/>
              </a:defRPr>
            </a:lvl3pPr>
            <a:lvl4pPr marL="1258888" indent="-231775">
              <a:lnSpc>
                <a:spcPct val="100000"/>
              </a:lnSpc>
              <a:spcBef>
                <a:spcPts val="0"/>
              </a:spcBef>
              <a:spcAft>
                <a:spcPts val="400"/>
              </a:spcAft>
              <a:buClr>
                <a:srgbClr val="1D212E"/>
              </a:buClr>
              <a:buFont typeface="Amazon Ember Light" panose="020B0403020204020204" pitchFamily="34" charset="0"/>
              <a:buChar char="»"/>
              <a:tabLst>
                <a:tab pos="91440" algn="l"/>
              </a:tabLst>
              <a:defRPr sz="1800">
                <a:latin typeface="Amazon Ember Light" panose="020B0403020204020204" pitchFamily="34" charset="0"/>
                <a:ea typeface="Amazon Ember Light" panose="020B0403020204020204" pitchFamily="34" charset="0"/>
                <a:cs typeface="Amazon Ember Light" panose="020B0403020204020204" pitchFamily="34" charset="0"/>
              </a:defRPr>
            </a:lvl4pPr>
            <a:lvl5pPr defTabSz="91440">
              <a:buClr>
                <a:srgbClr val="1D212E"/>
              </a:buClr>
              <a:buFont typeface="System Font Regular"/>
              <a:buNone/>
              <a:tabLst>
                <a:tab pos="91440" algn="l"/>
              </a:tabLst>
              <a:defRPr/>
            </a:lvl5pPr>
          </a:lstStyle>
          <a:p>
            <a:pPr lvl="0"/>
            <a:r>
              <a:rPr lang="en-US"/>
              <a:t>Use bullets sparingly, keep text brief</a:t>
            </a:r>
          </a:p>
          <a:p>
            <a:pPr lvl="1"/>
            <a:r>
              <a:rPr lang="en-US"/>
              <a:t>Second level</a:t>
            </a:r>
          </a:p>
          <a:p>
            <a:pPr lvl="2"/>
            <a:r>
              <a:rPr lang="en-US"/>
              <a:t>Third level</a:t>
            </a:r>
          </a:p>
          <a:p>
            <a:pPr lvl="3"/>
            <a:r>
              <a:rPr lang="en-US"/>
              <a:t>Fourth level</a:t>
            </a:r>
          </a:p>
        </p:txBody>
      </p:sp>
      <p:sp>
        <p:nvSpPr>
          <p:cNvPr id="2" name="TextBox 1">
            <a:extLst>
              <a:ext uri="{FF2B5EF4-FFF2-40B4-BE49-F238E27FC236}">
                <a16:creationId xmlns:a16="http://schemas.microsoft.com/office/drawing/2014/main" id="{1CF82C2A-9024-380E-AEBD-C6A7B635458A}"/>
              </a:ext>
            </a:extLst>
          </p:cNvPr>
          <p:cNvSpPr txBox="1"/>
          <p:nvPr userDrawn="1"/>
        </p:nvSpPr>
        <p:spPr>
          <a:xfrm>
            <a:off x="94046" y="6503765"/>
            <a:ext cx="1928718" cy="307777"/>
          </a:xfrm>
          <a:prstGeom prst="rect">
            <a:avLst/>
          </a:prstGeom>
          <a:noFill/>
        </p:spPr>
        <p:txBody>
          <a:bodyPr wrap="square" rtlCol="0">
            <a:spAutoFit/>
          </a:bodyPr>
          <a:lstStyle/>
          <a:p>
            <a:r>
              <a:rPr lang="en-US" sz="1400"/>
              <a:t>Amazon Confidential</a:t>
            </a:r>
          </a:p>
        </p:txBody>
      </p:sp>
    </p:spTree>
    <p:extLst>
      <p:ext uri="{BB962C8B-B14F-4D97-AF65-F5344CB8AC3E}">
        <p14:creationId xmlns:p14="http://schemas.microsoft.com/office/powerpoint/2010/main" val="409377037"/>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Title and Bullete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17D87-D3C3-4EBC-8F18-A1178903C794}"/>
              </a:ext>
            </a:extLst>
          </p:cNvPr>
          <p:cNvSpPr>
            <a:spLocks noGrp="1"/>
          </p:cNvSpPr>
          <p:nvPr>
            <p:ph type="title" hasCustomPrompt="1"/>
          </p:nvPr>
        </p:nvSpPr>
        <p:spPr/>
        <p:txBody>
          <a:bodyPr/>
          <a:lstStyle>
            <a:lvl1pPr>
              <a:defRPr/>
            </a:lvl1pPr>
          </a:lstStyle>
          <a:p>
            <a:r>
              <a:rPr lang="en-US"/>
              <a:t>Title and bulleted content layout</a:t>
            </a:r>
          </a:p>
        </p:txBody>
      </p:sp>
      <p:sp>
        <p:nvSpPr>
          <p:cNvPr id="7" name="Content Placeholder 6">
            <a:extLst>
              <a:ext uri="{FF2B5EF4-FFF2-40B4-BE49-F238E27FC236}">
                <a16:creationId xmlns:a16="http://schemas.microsoft.com/office/drawing/2014/main" id="{EA6700F0-47BA-4878-9AD3-6E38759C53FE}"/>
              </a:ext>
            </a:extLst>
          </p:cNvPr>
          <p:cNvSpPr>
            <a:spLocks noGrp="1"/>
          </p:cNvSpPr>
          <p:nvPr>
            <p:ph sz="quarter" idx="13" hasCustomPrompt="1"/>
          </p:nvPr>
        </p:nvSpPr>
        <p:spPr>
          <a:xfrm>
            <a:off x="304800" y="1485900"/>
            <a:ext cx="11582400" cy="2049792"/>
          </a:xfrm>
        </p:spPr>
        <p:txBody>
          <a:bodyPr/>
          <a:lstStyle>
            <a:lvl1pPr>
              <a:defRPr/>
            </a:lvl1pPr>
          </a:lstStyle>
          <a:p>
            <a:pPr lvl="0"/>
            <a:r>
              <a:rPr lang="en-US"/>
              <a:t>Enter bulleted slide content</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D8BD948C-0269-48E0-BF91-1A5CBF28A84C}"/>
              </a:ext>
            </a:extLst>
          </p:cNvPr>
          <p:cNvSpPr/>
          <p:nvPr/>
        </p:nvSpPr>
        <p:spPr>
          <a:xfrm>
            <a:off x="0" y="0"/>
            <a:ext cx="80304" cy="6858000"/>
          </a:xfrm>
          <a:prstGeom prst="rect">
            <a:avLst/>
          </a:prstGeom>
          <a:gradFill flip="none" rotWithShape="1">
            <a:gsLst>
              <a:gs pos="0">
                <a:schemeClr val="accent1"/>
              </a:gs>
              <a:gs pos="17000">
                <a:srgbClr val="E1381E"/>
              </a:gs>
              <a:gs pos="34000">
                <a:srgbClr val="B20F87"/>
              </a:gs>
              <a:gs pos="70000">
                <a:srgbClr val="5600C2"/>
              </a:gs>
              <a:gs pos="51000">
                <a:srgbClr val="7A14A1"/>
              </a:gs>
              <a:gs pos="86000">
                <a:srgbClr val="3F1EE9"/>
              </a:gs>
              <a:gs pos="100000">
                <a:srgbClr val="0F65F9"/>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0355942-CD87-4612-8189-72A5C7E59EAF}"/>
              </a:ext>
            </a:extLst>
          </p:cNvPr>
          <p:cNvSpPr/>
          <p:nvPr userDrawn="1"/>
        </p:nvSpPr>
        <p:spPr>
          <a:xfrm>
            <a:off x="0" y="0"/>
            <a:ext cx="80304" cy="6858000"/>
          </a:xfrm>
          <a:prstGeom prst="rect">
            <a:avLst/>
          </a:prstGeom>
          <a:gradFill flip="none" rotWithShape="1">
            <a:gsLst>
              <a:gs pos="0">
                <a:schemeClr val="accent1"/>
              </a:gs>
              <a:gs pos="17000">
                <a:srgbClr val="E1381E"/>
              </a:gs>
              <a:gs pos="34000">
                <a:srgbClr val="B20F87"/>
              </a:gs>
              <a:gs pos="70000">
                <a:srgbClr val="5600C2"/>
              </a:gs>
              <a:gs pos="51000">
                <a:srgbClr val="7A14A1"/>
              </a:gs>
              <a:gs pos="86000">
                <a:srgbClr val="3F1EE9"/>
              </a:gs>
              <a:gs pos="100000">
                <a:srgbClr val="0F65F9"/>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48364636"/>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Section TItle">
    <p:bg>
      <p:bgPr>
        <a:gradFill flip="none" rotWithShape="1">
          <a:gsLst>
            <a:gs pos="0">
              <a:schemeClr val="accent1">
                <a:lumMod val="100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11BBA-1DAA-B14B-9C96-C59B5BD24429}"/>
              </a:ext>
            </a:extLst>
          </p:cNvPr>
          <p:cNvSpPr>
            <a:spLocks noGrp="1"/>
          </p:cNvSpPr>
          <p:nvPr>
            <p:ph type="ctrTitle" hasCustomPrompt="1"/>
          </p:nvPr>
        </p:nvSpPr>
        <p:spPr>
          <a:xfrm>
            <a:off x="1524000" y="3145743"/>
            <a:ext cx="9144000" cy="748095"/>
          </a:xfrm>
          <a:prstGeom prst="rect">
            <a:avLst/>
          </a:prstGeom>
        </p:spPr>
        <p:txBody>
          <a:bodyPr anchor="b">
            <a:noAutofit/>
          </a:bodyPr>
          <a:lstStyle>
            <a:lvl1pPr algn="ctr">
              <a:defRPr sz="5400" baseline="0">
                <a:solidFill>
                  <a:schemeClr val="bg1"/>
                </a:solidFill>
                <a:latin typeface="Amazon Ember Medium" panose="020B0603020204030204" pitchFamily="34" charset="0"/>
                <a:ea typeface="Amazon Ember Medium" panose="020B0603020204030204" pitchFamily="34" charset="0"/>
                <a:cs typeface="Amazon Ember Medium" panose="020B0603020204030204" pitchFamily="34" charset="0"/>
              </a:defRPr>
            </a:lvl1pPr>
          </a:lstStyle>
          <a:p>
            <a:r>
              <a:rPr lang="en-US"/>
              <a:t>[Section Title]</a:t>
            </a:r>
          </a:p>
        </p:txBody>
      </p:sp>
      <p:pic>
        <p:nvPicPr>
          <p:cNvPr id="6" name="Picture 5">
            <a:extLst>
              <a:ext uri="{FF2B5EF4-FFF2-40B4-BE49-F238E27FC236}">
                <a16:creationId xmlns:a16="http://schemas.microsoft.com/office/drawing/2014/main" id="{8E00DF90-8A49-4419-992A-DFE8499C441B}"/>
              </a:ext>
            </a:extLst>
          </p:cNvPr>
          <p:cNvPicPr>
            <a:picLocks noChangeAspect="1"/>
          </p:cNvPicPr>
          <p:nvPr userDrawn="1"/>
        </p:nvPicPr>
        <p:blipFill rotWithShape="1">
          <a:blip r:embed="rId2">
            <a:lum contrast="-20000"/>
            <a:alphaModFix amt="34000"/>
          </a:blip>
          <a:srcRect b="60056"/>
          <a:stretch/>
        </p:blipFill>
        <p:spPr>
          <a:xfrm>
            <a:off x="1944660" y="3893839"/>
            <a:ext cx="8302679" cy="2964162"/>
          </a:xfrm>
          <a:prstGeom prst="rect">
            <a:avLst/>
          </a:prstGeom>
        </p:spPr>
      </p:pic>
      <p:sp>
        <p:nvSpPr>
          <p:cNvPr id="7" name="Subtitle 2">
            <a:extLst>
              <a:ext uri="{FF2B5EF4-FFF2-40B4-BE49-F238E27FC236}">
                <a16:creationId xmlns:a16="http://schemas.microsoft.com/office/drawing/2014/main" id="{A966C514-F1A2-41E5-A0EF-ADFDC38E9EC9}"/>
              </a:ext>
            </a:extLst>
          </p:cNvPr>
          <p:cNvSpPr>
            <a:spLocks noGrp="1"/>
          </p:cNvSpPr>
          <p:nvPr>
            <p:ph type="subTitle" idx="1" hasCustomPrompt="1"/>
          </p:nvPr>
        </p:nvSpPr>
        <p:spPr>
          <a:xfrm>
            <a:off x="9181578" y="193373"/>
            <a:ext cx="2824278" cy="506684"/>
          </a:xfrm>
          <a:noFill/>
        </p:spPr>
        <p:txBody>
          <a:bodyPr>
            <a:normAutofit/>
          </a:bodyPr>
          <a:lstStyle>
            <a:lvl1pPr marL="0" indent="0" algn="r">
              <a:buNone/>
              <a:defRPr sz="3200" baseline="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[Course Title]</a:t>
            </a:r>
          </a:p>
        </p:txBody>
      </p:sp>
    </p:spTree>
    <p:extLst>
      <p:ext uri="{BB962C8B-B14F-4D97-AF65-F5344CB8AC3E}">
        <p14:creationId xmlns:p14="http://schemas.microsoft.com/office/powerpoint/2010/main" val="1067772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Text Slide">
    <p:bg>
      <p:bgPr>
        <a:solidFill>
          <a:srgbClr val="F4F4F4"/>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10982A3-A8A9-4567-8879-123E743C8675}"/>
              </a:ext>
            </a:extLst>
          </p:cNvPr>
          <p:cNvSpPr/>
          <p:nvPr userDrawn="1"/>
        </p:nvSpPr>
        <p:spPr>
          <a:xfrm>
            <a:off x="0" y="-3273"/>
            <a:ext cx="12192000" cy="1384301"/>
          </a:xfrm>
          <a:prstGeom prst="rect">
            <a:avLst/>
          </a:prstGeom>
          <a:gradFill flip="none" rotWithShape="1">
            <a:gsLst>
              <a:gs pos="45000">
                <a:schemeClr val="tx2"/>
              </a:gs>
              <a:gs pos="0">
                <a:schemeClr val="tx1"/>
              </a:gs>
              <a:gs pos="79000">
                <a:schemeClr val="accent1"/>
              </a:gs>
              <a:gs pos="100000">
                <a:srgbClr val="7CE8F4"/>
              </a:gs>
            </a:gsLst>
            <a:lin ang="195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13" name="Slide Number Placeholder 5">
            <a:extLst>
              <a:ext uri="{FF2B5EF4-FFF2-40B4-BE49-F238E27FC236}">
                <a16:creationId xmlns:a16="http://schemas.microsoft.com/office/drawing/2014/main" id="{6C283E9D-F50D-439E-8A38-69DC0A8D8C07}"/>
              </a:ext>
            </a:extLst>
          </p:cNvPr>
          <p:cNvSpPr>
            <a:spLocks noGrp="1"/>
          </p:cNvSpPr>
          <p:nvPr>
            <p:ph type="sldNum" sz="quarter" idx="12"/>
          </p:nvPr>
        </p:nvSpPr>
        <p:spPr>
          <a:xfrm>
            <a:off x="7428974" y="6356866"/>
            <a:ext cx="4032605" cy="365125"/>
          </a:xfrm>
          <a:prstGeom prst="rect">
            <a:avLst/>
          </a:prstGeom>
        </p:spPr>
        <p:txBody>
          <a:bodyPr/>
          <a:lstStyle>
            <a:lvl1pPr algn="r">
              <a:defRPr sz="1400">
                <a:solidFill>
                  <a:schemeClr val="tx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613A35D-97EF-7A48-AACF-97D95E22C11E}" type="slidenum">
              <a:rPr kumimoji="0" lang="en-US" sz="1400" b="0" i="0" u="none" strike="noStrike" kern="1200" cap="none" spc="0" normalizeH="0" baseline="0" noProof="0" smtClean="0">
                <a:ln>
                  <a:noFill/>
                </a:ln>
                <a:solidFill>
                  <a:srgbClr val="232F3E"/>
                </a:solidFill>
                <a:effectLst/>
                <a:uLnTx/>
                <a:uFillTx/>
                <a:latin typeface="Amazon Ember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21" name="Title 1">
            <a:extLst>
              <a:ext uri="{FF2B5EF4-FFF2-40B4-BE49-F238E27FC236}">
                <a16:creationId xmlns:a16="http://schemas.microsoft.com/office/drawing/2014/main" id="{9BC1588F-094F-4A81-B38F-FA160FF57D64}"/>
              </a:ext>
            </a:extLst>
          </p:cNvPr>
          <p:cNvSpPr>
            <a:spLocks noGrp="1"/>
          </p:cNvSpPr>
          <p:nvPr>
            <p:ph type="title" hasCustomPrompt="1"/>
          </p:nvPr>
        </p:nvSpPr>
        <p:spPr bwMode="white">
          <a:xfrm>
            <a:off x="648227" y="154945"/>
            <a:ext cx="10928422" cy="1061238"/>
          </a:xfrm>
          <a:prstGeom prst="rect">
            <a:avLst/>
          </a:prstGeom>
        </p:spPr>
        <p:txBody>
          <a:bodyPr>
            <a:normAutofit/>
          </a:bodyPr>
          <a:lstStyle>
            <a:lvl1pPr fontAlgn="t">
              <a:defRPr sz="4400" baseline="0">
                <a:solidFill>
                  <a:schemeClr val="bg1"/>
                </a:solidFill>
                <a:latin typeface="Amazon Ember Medium" panose="020B0603020204030204" pitchFamily="34" charset="0"/>
                <a:ea typeface="Amazon Ember Medium" panose="020B0603020204030204" pitchFamily="34" charset="0"/>
                <a:cs typeface="Amazon Ember Medium" panose="020B0603020204030204" pitchFamily="34" charset="0"/>
              </a:defRPr>
            </a:lvl1pPr>
          </a:lstStyle>
          <a:p>
            <a:r>
              <a:rPr lang="en-US"/>
              <a:t>[Text Slide Style]</a:t>
            </a:r>
          </a:p>
        </p:txBody>
      </p:sp>
      <p:sp>
        <p:nvSpPr>
          <p:cNvPr id="22" name="Text Placeholder 2">
            <a:extLst>
              <a:ext uri="{FF2B5EF4-FFF2-40B4-BE49-F238E27FC236}">
                <a16:creationId xmlns:a16="http://schemas.microsoft.com/office/drawing/2014/main" id="{532D1030-B066-460B-B596-5FF45CA1F896}"/>
              </a:ext>
            </a:extLst>
          </p:cNvPr>
          <p:cNvSpPr>
            <a:spLocks noGrp="1"/>
          </p:cNvSpPr>
          <p:nvPr>
            <p:ph idx="1" hasCustomPrompt="1"/>
          </p:nvPr>
        </p:nvSpPr>
        <p:spPr>
          <a:xfrm>
            <a:off x="648227" y="1673525"/>
            <a:ext cx="10928422" cy="4390845"/>
          </a:xfrm>
          <a:prstGeom prst="rect">
            <a:avLst/>
          </a:prstGeom>
        </p:spPr>
        <p:txBody>
          <a:bodyPr vert="horz" lIns="91440" tIns="45720" rIns="91440" bIns="45720" rtlCol="0">
            <a:noAutofit/>
          </a:bodyPr>
          <a:lstStyle>
            <a:lvl1pPr marL="344488" indent="-344488" defTabSz="91440">
              <a:lnSpc>
                <a:spcPct val="100000"/>
              </a:lnSpc>
              <a:spcBef>
                <a:spcPts val="0"/>
              </a:spcBef>
              <a:spcAft>
                <a:spcPts val="600"/>
              </a:spcAft>
              <a:buClr>
                <a:srgbClr val="1D212E"/>
              </a:buClr>
              <a:buSzPct val="100000"/>
              <a:buFontTx/>
              <a:buBlip>
                <a:blip>
                  <a:extLst>
                    <a:ext uri="{96DAC541-7B7A-43D3-8B79-37D633B846F1}">
                      <asvg:svgBlip xmlns:asvg="http://schemas.microsoft.com/office/drawing/2016/SVG/main" r:embed="rId2"/>
                    </a:ext>
                  </a:extLst>
                </a:blip>
              </a:buBlip>
              <a:tabLst>
                <a:tab pos="227013" algn="l"/>
              </a:tabLst>
              <a:defRPr sz="28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27063" indent="-282575" defTabSz="114300">
              <a:lnSpc>
                <a:spcPct val="100000"/>
              </a:lnSpc>
              <a:spcBef>
                <a:spcPts val="0"/>
              </a:spcBef>
              <a:spcAft>
                <a:spcPts val="600"/>
              </a:spcAft>
              <a:buClr>
                <a:srgbClr val="1D212E"/>
              </a:buClr>
              <a:buFont typeface="Amazon Ember Light" panose="020B0403020204020204" pitchFamily="34" charset="0"/>
              <a:buChar char="»"/>
              <a:tabLst/>
              <a:defRPr sz="24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914400" indent="-225425">
              <a:lnSpc>
                <a:spcPct val="100000"/>
              </a:lnSpc>
              <a:spcBef>
                <a:spcPts val="0"/>
              </a:spcBef>
              <a:spcAft>
                <a:spcPts val="600"/>
              </a:spcAft>
              <a:buClr>
                <a:srgbClr val="1D212E"/>
              </a:buClr>
              <a:buFont typeface="Amazon Ember Light" panose="020B0403020204020204" pitchFamily="34" charset="0"/>
              <a:buChar char="»"/>
              <a:tabLst>
                <a:tab pos="91440" algn="l"/>
              </a:tabLst>
              <a:defRPr sz="20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201738" indent="-231775">
              <a:lnSpc>
                <a:spcPct val="100000"/>
              </a:lnSpc>
              <a:spcBef>
                <a:spcPts val="0"/>
              </a:spcBef>
              <a:spcAft>
                <a:spcPts val="400"/>
              </a:spcAft>
              <a:buClr>
                <a:srgbClr val="1D212E"/>
              </a:buClr>
              <a:buFont typeface="Amazon Ember Light" panose="020B0403020204020204" pitchFamily="34" charset="0"/>
              <a:buChar char="»"/>
              <a:tabLst>
                <a:tab pos="91440" algn="l"/>
              </a:tabLst>
              <a:defRPr sz="18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defTabSz="91440">
              <a:buClr>
                <a:srgbClr val="1D212E"/>
              </a:buClr>
              <a:buFont typeface="System Font Regular"/>
              <a:buNone/>
              <a:tabLst>
                <a:tab pos="91440" algn="l"/>
              </a:tabLst>
              <a:defRPr/>
            </a:lvl5pPr>
          </a:lstStyle>
          <a:p>
            <a:pPr lvl="0"/>
            <a:r>
              <a:rPr lang="en-US"/>
              <a:t>Use bullets sparingly, keep text brief</a:t>
            </a:r>
          </a:p>
          <a:p>
            <a:pPr lvl="1"/>
            <a:r>
              <a:rPr lang="en-US"/>
              <a:t>Second level</a:t>
            </a:r>
          </a:p>
          <a:p>
            <a:pPr lvl="2"/>
            <a:r>
              <a:rPr lang="en-US"/>
              <a:t>Third level</a:t>
            </a:r>
          </a:p>
          <a:p>
            <a:pPr lvl="3"/>
            <a:r>
              <a:rPr lang="en-US"/>
              <a:t>Fourth level</a:t>
            </a:r>
          </a:p>
        </p:txBody>
      </p:sp>
      <p:pic>
        <p:nvPicPr>
          <p:cNvPr id="9" name="Picture 8">
            <a:extLst>
              <a:ext uri="{FF2B5EF4-FFF2-40B4-BE49-F238E27FC236}">
                <a16:creationId xmlns:a16="http://schemas.microsoft.com/office/drawing/2014/main" id="{4C422BB8-0F98-4083-8BAC-3669B47DF864}"/>
              </a:ext>
            </a:extLst>
          </p:cNvPr>
          <p:cNvPicPr>
            <a:picLocks noChangeAspect="1"/>
          </p:cNvPicPr>
          <p:nvPr userDrawn="1"/>
        </p:nvPicPr>
        <p:blipFill>
          <a:blip r:embed="rId3"/>
          <a:stretch>
            <a:fillRect/>
          </a:stretch>
        </p:blipFill>
        <p:spPr>
          <a:xfrm>
            <a:off x="11461580" y="6208593"/>
            <a:ext cx="553221" cy="494462"/>
          </a:xfrm>
          <a:prstGeom prst="rect">
            <a:avLst/>
          </a:prstGeom>
        </p:spPr>
      </p:pic>
      <p:sp>
        <p:nvSpPr>
          <p:cNvPr id="10" name="TextBox 9">
            <a:extLst>
              <a:ext uri="{FF2B5EF4-FFF2-40B4-BE49-F238E27FC236}">
                <a16:creationId xmlns:a16="http://schemas.microsoft.com/office/drawing/2014/main" id="{C0B65F1B-514A-4F4F-8988-7036DF600E41}"/>
              </a:ext>
            </a:extLst>
          </p:cNvPr>
          <p:cNvSpPr txBox="1"/>
          <p:nvPr userDrawn="1"/>
        </p:nvSpPr>
        <p:spPr>
          <a:xfrm>
            <a:off x="94046" y="6503765"/>
            <a:ext cx="1928718" cy="307777"/>
          </a:xfrm>
          <a:prstGeom prst="rect">
            <a:avLst/>
          </a:prstGeom>
          <a:noFill/>
        </p:spPr>
        <p:txBody>
          <a:bodyPr wrap="square" rtlCol="0">
            <a:spAutoFit/>
          </a:bodyPr>
          <a:lstStyle/>
          <a:p>
            <a:r>
              <a:rPr lang="en-US" sz="1400"/>
              <a:t>Amazon Confidential</a:t>
            </a:r>
          </a:p>
        </p:txBody>
      </p:sp>
    </p:spTree>
    <p:extLst>
      <p:ext uri="{BB962C8B-B14F-4D97-AF65-F5344CB8AC3E}">
        <p14:creationId xmlns:p14="http://schemas.microsoft.com/office/powerpoint/2010/main" val="6714123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2_Module Title">
    <p:bg>
      <p:bgPr>
        <a:gradFill flip="none" rotWithShape="1">
          <a:gsLst>
            <a:gs pos="0">
              <a:schemeClr val="tx2">
                <a:lumMod val="90000"/>
                <a:lumOff val="10000"/>
              </a:schemeClr>
            </a:gs>
            <a:gs pos="23000">
              <a:schemeClr val="tx2">
                <a:lumMod val="97000"/>
                <a:lumOff val="3000"/>
              </a:schemeClr>
            </a:gs>
            <a:gs pos="69000">
              <a:schemeClr val="tx2">
                <a:lumMod val="83000"/>
              </a:schemeClr>
            </a:gs>
            <a:gs pos="97000">
              <a:schemeClr val="tx2">
                <a:lumMod val="73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E62F7DC0-C9F6-40AE-95A2-3520AC5A171A}"/>
              </a:ext>
            </a:extLst>
          </p:cNvPr>
          <p:cNvSpPr>
            <a:spLocks noGrp="1"/>
          </p:cNvSpPr>
          <p:nvPr>
            <p:ph type="ctrTitle" hasCustomPrompt="1"/>
          </p:nvPr>
        </p:nvSpPr>
        <p:spPr>
          <a:xfrm>
            <a:off x="1524000" y="2468199"/>
            <a:ext cx="9144000" cy="748095"/>
          </a:xfrm>
          <a:prstGeom prst="rect">
            <a:avLst/>
          </a:prstGeom>
          <a:noFill/>
        </p:spPr>
        <p:txBody>
          <a:bodyPr anchor="b">
            <a:noAutofit/>
          </a:bodyPr>
          <a:lstStyle>
            <a:lvl1pPr algn="ctr">
              <a:defRPr sz="5400" baseline="0">
                <a:solidFill>
                  <a:schemeClr val="bg1"/>
                </a:solidFill>
                <a:latin typeface="Amazon Ember Medium" panose="020B0603020204030204" pitchFamily="34" charset="0"/>
                <a:ea typeface="Amazon Ember Medium" panose="020B0603020204030204" pitchFamily="34" charset="0"/>
                <a:cs typeface="Amazon Ember Medium" panose="020B0603020204030204" pitchFamily="34" charset="0"/>
              </a:defRPr>
            </a:lvl1pPr>
          </a:lstStyle>
          <a:p>
            <a:r>
              <a:rPr lang="en-US"/>
              <a:t>Module [#]: [Module title]</a:t>
            </a:r>
          </a:p>
        </p:txBody>
      </p:sp>
      <p:pic>
        <p:nvPicPr>
          <p:cNvPr id="2" name="Picture 1">
            <a:extLst>
              <a:ext uri="{FF2B5EF4-FFF2-40B4-BE49-F238E27FC236}">
                <a16:creationId xmlns:a16="http://schemas.microsoft.com/office/drawing/2014/main" id="{EAB45F2C-7BC7-5C35-6362-AE690DD57F57}"/>
              </a:ext>
            </a:extLst>
          </p:cNvPr>
          <p:cNvPicPr>
            <a:picLocks noChangeAspect="1"/>
          </p:cNvPicPr>
          <p:nvPr userDrawn="1"/>
        </p:nvPicPr>
        <p:blipFill rotWithShape="1">
          <a:blip r:embed="rId2">
            <a:lum contrast="-20000"/>
            <a:alphaModFix amt="34000"/>
          </a:blip>
          <a:srcRect b="60056"/>
          <a:stretch/>
        </p:blipFill>
        <p:spPr>
          <a:xfrm>
            <a:off x="1944660" y="3893838"/>
            <a:ext cx="8302679" cy="2964161"/>
          </a:xfrm>
          <a:prstGeom prst="rect">
            <a:avLst/>
          </a:prstGeom>
        </p:spPr>
      </p:pic>
      <p:sp>
        <p:nvSpPr>
          <p:cNvPr id="5" name="Content Placeholder 4">
            <a:extLst>
              <a:ext uri="{FF2B5EF4-FFF2-40B4-BE49-F238E27FC236}">
                <a16:creationId xmlns:a16="http://schemas.microsoft.com/office/drawing/2014/main" id="{91646451-4ABF-4483-BA67-CB7A21603CAF}"/>
              </a:ext>
            </a:extLst>
          </p:cNvPr>
          <p:cNvSpPr>
            <a:spLocks noGrp="1"/>
          </p:cNvSpPr>
          <p:nvPr>
            <p:ph sz="quarter" idx="11" hasCustomPrompt="1"/>
          </p:nvPr>
        </p:nvSpPr>
        <p:spPr>
          <a:xfrm>
            <a:off x="1473993" y="3244837"/>
            <a:ext cx="9244012" cy="612480"/>
          </a:xfrm>
        </p:spPr>
        <p:txBody>
          <a:bodyPr>
            <a:normAutofit/>
          </a:bodyPr>
          <a:lstStyle>
            <a:lvl1pPr marL="0" indent="0" algn="ctr">
              <a:buNone/>
              <a:defRPr sz="3600">
                <a:solidFill>
                  <a:schemeClr val="bg1"/>
                </a:solidFill>
              </a:defRPr>
            </a:lvl1pPr>
          </a:lstStyle>
          <a:p>
            <a:pPr lvl="0"/>
            <a:r>
              <a:rPr lang="en-US"/>
              <a:t>[Module subheading (if applicable)</a:t>
            </a:r>
          </a:p>
        </p:txBody>
      </p:sp>
      <p:sp>
        <p:nvSpPr>
          <p:cNvPr id="8" name="Subtitle 2">
            <a:extLst>
              <a:ext uri="{FF2B5EF4-FFF2-40B4-BE49-F238E27FC236}">
                <a16:creationId xmlns:a16="http://schemas.microsoft.com/office/drawing/2014/main" id="{36B5D76E-969F-4939-B4EF-4CA12D63896C}"/>
              </a:ext>
            </a:extLst>
          </p:cNvPr>
          <p:cNvSpPr>
            <a:spLocks noGrp="1"/>
          </p:cNvSpPr>
          <p:nvPr>
            <p:ph type="subTitle" idx="1" hasCustomPrompt="1"/>
          </p:nvPr>
        </p:nvSpPr>
        <p:spPr>
          <a:xfrm>
            <a:off x="9181578" y="193373"/>
            <a:ext cx="2824278" cy="506684"/>
          </a:xfrm>
          <a:noFill/>
        </p:spPr>
        <p:txBody>
          <a:bodyPr>
            <a:normAutofit/>
          </a:bodyPr>
          <a:lstStyle>
            <a:lvl1pPr marL="0" indent="0" algn="r">
              <a:buNone/>
              <a:defRPr sz="3200" baseline="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[Course Title]</a:t>
            </a:r>
          </a:p>
        </p:txBody>
      </p:sp>
    </p:spTree>
    <p:extLst>
      <p:ext uri="{BB962C8B-B14F-4D97-AF65-F5344CB8AC3E}">
        <p14:creationId xmlns:p14="http://schemas.microsoft.com/office/powerpoint/2010/main" val="34135732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Header Only">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E5D57B1-75EF-4C97-9A07-06C42A328D75}"/>
              </a:ext>
            </a:extLst>
          </p:cNvPr>
          <p:cNvSpPr/>
          <p:nvPr userDrawn="1"/>
        </p:nvSpPr>
        <p:spPr>
          <a:xfrm>
            <a:off x="0" y="-3273"/>
            <a:ext cx="12192000" cy="1384301"/>
          </a:xfrm>
          <a:prstGeom prst="rect">
            <a:avLst/>
          </a:prstGeom>
          <a:gradFill flip="none" rotWithShape="1">
            <a:gsLst>
              <a:gs pos="45000">
                <a:schemeClr val="tx2"/>
              </a:gs>
              <a:gs pos="0">
                <a:schemeClr val="tx1"/>
              </a:gs>
              <a:gs pos="79000">
                <a:schemeClr val="accent1"/>
              </a:gs>
              <a:gs pos="100000">
                <a:srgbClr val="7CE8F4"/>
              </a:gs>
            </a:gsLst>
            <a:lin ang="195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14" name="Slide Number Placeholder 5">
            <a:extLst>
              <a:ext uri="{FF2B5EF4-FFF2-40B4-BE49-F238E27FC236}">
                <a16:creationId xmlns:a16="http://schemas.microsoft.com/office/drawing/2014/main" id="{D4CE4CF3-02DA-485F-B590-9FE6F5726AC1}"/>
              </a:ext>
            </a:extLst>
          </p:cNvPr>
          <p:cNvSpPr>
            <a:spLocks noGrp="1"/>
          </p:cNvSpPr>
          <p:nvPr>
            <p:ph type="sldNum" sz="quarter" idx="12"/>
          </p:nvPr>
        </p:nvSpPr>
        <p:spPr>
          <a:xfrm>
            <a:off x="7428974" y="6356866"/>
            <a:ext cx="4032605" cy="365125"/>
          </a:xfrm>
          <a:prstGeom prst="rect">
            <a:avLst/>
          </a:prstGeom>
        </p:spPr>
        <p:txBody>
          <a:bodyPr/>
          <a:lstStyle>
            <a:lvl1pPr algn="r">
              <a:defRPr sz="1400"/>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613A35D-97EF-7A48-AACF-97D95E22C11E}" type="slidenum">
              <a:rPr kumimoji="0" lang="en-US" sz="1400" b="0" i="0" u="none" strike="noStrike" kern="1200" cap="none" spc="0" normalizeH="0" baseline="0" noProof="0" smtClean="0">
                <a:ln>
                  <a:noFill/>
                </a:ln>
                <a:solidFill>
                  <a:srgbClr val="232F3E"/>
                </a:solidFill>
                <a:effectLst/>
                <a:uLnTx/>
                <a:uFillTx/>
                <a:latin typeface="Amazon Ember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13" name="Title 1">
            <a:extLst>
              <a:ext uri="{FF2B5EF4-FFF2-40B4-BE49-F238E27FC236}">
                <a16:creationId xmlns:a16="http://schemas.microsoft.com/office/drawing/2014/main" id="{595A1A70-0094-4A83-A2EF-A82AE6C1022E}"/>
              </a:ext>
            </a:extLst>
          </p:cNvPr>
          <p:cNvSpPr>
            <a:spLocks noGrp="1"/>
          </p:cNvSpPr>
          <p:nvPr>
            <p:ph type="title" hasCustomPrompt="1"/>
          </p:nvPr>
        </p:nvSpPr>
        <p:spPr bwMode="white">
          <a:xfrm>
            <a:off x="648227" y="154945"/>
            <a:ext cx="10928422" cy="1061238"/>
          </a:xfrm>
          <a:prstGeom prst="rect">
            <a:avLst/>
          </a:prstGeom>
        </p:spPr>
        <p:txBody>
          <a:bodyPr>
            <a:normAutofit/>
          </a:bodyPr>
          <a:lstStyle>
            <a:lvl1pPr fontAlgn="t">
              <a:defRPr sz="4400" baseline="0">
                <a:solidFill>
                  <a:schemeClr val="bg1"/>
                </a:solidFill>
                <a:latin typeface="Amazon Ember Medium" panose="020B0603020204030204" pitchFamily="34" charset="0"/>
                <a:ea typeface="Amazon Ember Medium" panose="020B0603020204030204" pitchFamily="34" charset="0"/>
                <a:cs typeface="Amazon Ember Medium" panose="020B0603020204030204" pitchFamily="34" charset="0"/>
              </a:defRPr>
            </a:lvl1pPr>
          </a:lstStyle>
          <a:p>
            <a:r>
              <a:rPr lang="en-US"/>
              <a:t>[Header Only]</a:t>
            </a:r>
          </a:p>
        </p:txBody>
      </p:sp>
      <p:pic>
        <p:nvPicPr>
          <p:cNvPr id="4" name="Picture 3">
            <a:extLst>
              <a:ext uri="{FF2B5EF4-FFF2-40B4-BE49-F238E27FC236}">
                <a16:creationId xmlns:a16="http://schemas.microsoft.com/office/drawing/2014/main" id="{029D4D66-306A-48BD-BDF3-2741FFD17D1D}"/>
              </a:ext>
            </a:extLst>
          </p:cNvPr>
          <p:cNvPicPr>
            <a:picLocks noChangeAspect="1"/>
          </p:cNvPicPr>
          <p:nvPr userDrawn="1"/>
        </p:nvPicPr>
        <p:blipFill>
          <a:blip r:embed="rId2"/>
          <a:stretch>
            <a:fillRect/>
          </a:stretch>
        </p:blipFill>
        <p:spPr>
          <a:xfrm>
            <a:off x="11461580" y="6208593"/>
            <a:ext cx="553221" cy="494462"/>
          </a:xfrm>
          <a:prstGeom prst="rect">
            <a:avLst/>
          </a:prstGeom>
        </p:spPr>
      </p:pic>
      <p:sp>
        <p:nvSpPr>
          <p:cNvPr id="10" name="TextBox 9">
            <a:extLst>
              <a:ext uri="{FF2B5EF4-FFF2-40B4-BE49-F238E27FC236}">
                <a16:creationId xmlns:a16="http://schemas.microsoft.com/office/drawing/2014/main" id="{52AB2642-77B5-4B79-9B47-7A7B6D920503}"/>
              </a:ext>
            </a:extLst>
          </p:cNvPr>
          <p:cNvSpPr txBox="1"/>
          <p:nvPr userDrawn="1"/>
        </p:nvSpPr>
        <p:spPr>
          <a:xfrm>
            <a:off x="94046" y="6503765"/>
            <a:ext cx="1928718" cy="307777"/>
          </a:xfrm>
          <a:prstGeom prst="rect">
            <a:avLst/>
          </a:prstGeom>
          <a:noFill/>
        </p:spPr>
        <p:txBody>
          <a:bodyPr wrap="square" rtlCol="0">
            <a:spAutoFit/>
          </a:bodyPr>
          <a:lstStyle/>
          <a:p>
            <a:r>
              <a:rPr lang="en-US" sz="1400"/>
              <a:t>Amazon Confidential</a:t>
            </a:r>
          </a:p>
        </p:txBody>
      </p:sp>
    </p:spTree>
    <p:extLst>
      <p:ext uri="{BB962C8B-B14F-4D97-AF65-F5344CB8AC3E}">
        <p14:creationId xmlns:p14="http://schemas.microsoft.com/office/powerpoint/2010/main" val="202141500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Image Slide">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E846B8C-7B13-468C-8778-20B17785226C}"/>
              </a:ext>
            </a:extLst>
          </p:cNvPr>
          <p:cNvSpPr/>
          <p:nvPr userDrawn="1"/>
        </p:nvSpPr>
        <p:spPr>
          <a:xfrm>
            <a:off x="0" y="-3273"/>
            <a:ext cx="12192000" cy="1384301"/>
          </a:xfrm>
          <a:prstGeom prst="rect">
            <a:avLst/>
          </a:prstGeom>
          <a:gradFill flip="none" rotWithShape="1">
            <a:gsLst>
              <a:gs pos="45000">
                <a:schemeClr val="tx2"/>
              </a:gs>
              <a:gs pos="0">
                <a:schemeClr val="tx1"/>
              </a:gs>
              <a:gs pos="79000">
                <a:schemeClr val="accent1"/>
              </a:gs>
              <a:gs pos="100000">
                <a:srgbClr val="7CE8F4"/>
              </a:gs>
            </a:gsLst>
            <a:lin ang="195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14" name="Slide Number Placeholder 5">
            <a:extLst>
              <a:ext uri="{FF2B5EF4-FFF2-40B4-BE49-F238E27FC236}">
                <a16:creationId xmlns:a16="http://schemas.microsoft.com/office/drawing/2014/main" id="{D4CE4CF3-02DA-485F-B590-9FE6F5726AC1}"/>
              </a:ext>
            </a:extLst>
          </p:cNvPr>
          <p:cNvSpPr>
            <a:spLocks noGrp="1"/>
          </p:cNvSpPr>
          <p:nvPr>
            <p:ph type="sldNum" sz="quarter" idx="12"/>
          </p:nvPr>
        </p:nvSpPr>
        <p:spPr>
          <a:xfrm>
            <a:off x="7428974" y="6356866"/>
            <a:ext cx="4032605" cy="365125"/>
          </a:xfrm>
          <a:prstGeom prst="rect">
            <a:avLst/>
          </a:prstGeom>
        </p:spPr>
        <p:txBody>
          <a:bodyPr/>
          <a:lstStyle>
            <a:lvl1pPr algn="r">
              <a:defRPr sz="1400"/>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613A35D-97EF-7A48-AACF-97D95E22C11E}" type="slidenum">
              <a:rPr kumimoji="0" lang="en-US" sz="1400" b="0" i="0" u="none" strike="noStrike" kern="1200" cap="none" spc="0" normalizeH="0" baseline="0" noProof="0" smtClean="0">
                <a:ln>
                  <a:noFill/>
                </a:ln>
                <a:solidFill>
                  <a:srgbClr val="232F3E"/>
                </a:solidFill>
                <a:effectLst/>
                <a:uLnTx/>
                <a:uFillTx/>
                <a:latin typeface="Amazon Ember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13" name="Title 1">
            <a:extLst>
              <a:ext uri="{FF2B5EF4-FFF2-40B4-BE49-F238E27FC236}">
                <a16:creationId xmlns:a16="http://schemas.microsoft.com/office/drawing/2014/main" id="{595A1A70-0094-4A83-A2EF-A82AE6C1022E}"/>
              </a:ext>
            </a:extLst>
          </p:cNvPr>
          <p:cNvSpPr>
            <a:spLocks noGrp="1"/>
          </p:cNvSpPr>
          <p:nvPr>
            <p:ph type="title" hasCustomPrompt="1"/>
          </p:nvPr>
        </p:nvSpPr>
        <p:spPr bwMode="white">
          <a:xfrm>
            <a:off x="648227" y="154945"/>
            <a:ext cx="10928422" cy="1061238"/>
          </a:xfrm>
          <a:prstGeom prst="rect">
            <a:avLst/>
          </a:prstGeom>
        </p:spPr>
        <p:txBody>
          <a:bodyPr>
            <a:normAutofit/>
          </a:bodyPr>
          <a:lstStyle>
            <a:lvl1pPr fontAlgn="t">
              <a:defRPr sz="4400" baseline="0">
                <a:solidFill>
                  <a:schemeClr val="bg1"/>
                </a:solidFill>
                <a:latin typeface="Amazon Ember Medium" panose="020B0603020204030204" pitchFamily="34" charset="0"/>
                <a:ea typeface="Amazon Ember Medium" panose="020B0603020204030204" pitchFamily="34" charset="0"/>
                <a:cs typeface="Amazon Ember Medium" panose="020B0603020204030204" pitchFamily="34" charset="0"/>
              </a:defRPr>
            </a:lvl1pPr>
          </a:lstStyle>
          <a:p>
            <a:r>
              <a:rPr lang="en-US"/>
              <a:t>[Image/Diagram Slide Style]</a:t>
            </a:r>
          </a:p>
        </p:txBody>
      </p:sp>
      <p:sp>
        <p:nvSpPr>
          <p:cNvPr id="19" name="Text Placeholder 2">
            <a:extLst>
              <a:ext uri="{FF2B5EF4-FFF2-40B4-BE49-F238E27FC236}">
                <a16:creationId xmlns:a16="http://schemas.microsoft.com/office/drawing/2014/main" id="{D4B09A44-6DE8-4DF2-9267-9223C3645EC7}"/>
              </a:ext>
            </a:extLst>
          </p:cNvPr>
          <p:cNvSpPr>
            <a:spLocks noGrp="1"/>
          </p:cNvSpPr>
          <p:nvPr>
            <p:ph idx="1" hasCustomPrompt="1"/>
          </p:nvPr>
        </p:nvSpPr>
        <p:spPr>
          <a:xfrm>
            <a:off x="648227" y="1673525"/>
            <a:ext cx="10928422" cy="4390845"/>
          </a:xfrm>
          <a:prstGeom prst="rect">
            <a:avLst/>
          </a:prstGeom>
        </p:spPr>
        <p:txBody>
          <a:bodyPr vert="horz" lIns="91440" tIns="45720" rIns="91440" bIns="45720" rtlCol="0">
            <a:noAutofit/>
          </a:bodyPr>
          <a:lstStyle>
            <a:lvl1pPr marL="344488" indent="-344488" defTabSz="91440">
              <a:lnSpc>
                <a:spcPct val="100000"/>
              </a:lnSpc>
              <a:spcBef>
                <a:spcPts val="0"/>
              </a:spcBef>
              <a:spcAft>
                <a:spcPts val="600"/>
              </a:spcAft>
              <a:buClr>
                <a:srgbClr val="1D212E"/>
              </a:buClr>
              <a:buSzPct val="100000"/>
              <a:buFontTx/>
              <a:buBlip>
                <a:blip>
                  <a:extLst>
                    <a:ext uri="{96DAC541-7B7A-43D3-8B79-37D633B846F1}">
                      <asvg:svgBlip xmlns:asvg="http://schemas.microsoft.com/office/drawing/2016/SVG/main" r:embed="rId2"/>
                    </a:ext>
                  </a:extLst>
                </a:blip>
              </a:buBlip>
              <a:tabLst>
                <a:tab pos="227013" algn="l"/>
              </a:tabLst>
              <a:defRPr sz="28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27063" indent="-284163" defTabSz="114300">
              <a:lnSpc>
                <a:spcPct val="100000"/>
              </a:lnSpc>
              <a:spcBef>
                <a:spcPts val="0"/>
              </a:spcBef>
              <a:spcAft>
                <a:spcPts val="600"/>
              </a:spcAft>
              <a:buClr>
                <a:srgbClr val="1D212E"/>
              </a:buClr>
              <a:buFont typeface="Amazon Ember Light" panose="020B0403020204020204" pitchFamily="34" charset="0"/>
              <a:buChar char="»"/>
              <a:tabLst/>
              <a:defRPr sz="24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914400" indent="-225425">
              <a:lnSpc>
                <a:spcPct val="100000"/>
              </a:lnSpc>
              <a:spcBef>
                <a:spcPts val="0"/>
              </a:spcBef>
              <a:spcAft>
                <a:spcPts val="600"/>
              </a:spcAft>
              <a:buClr>
                <a:srgbClr val="1D212E"/>
              </a:buClr>
              <a:buFont typeface="Amazon Ember Light" panose="020B0403020204020204" pitchFamily="34" charset="0"/>
              <a:buChar char="»"/>
              <a:tabLst>
                <a:tab pos="91440" algn="l"/>
              </a:tabLst>
              <a:defRPr sz="20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201738" indent="-231775">
              <a:lnSpc>
                <a:spcPct val="100000"/>
              </a:lnSpc>
              <a:spcBef>
                <a:spcPts val="0"/>
              </a:spcBef>
              <a:spcAft>
                <a:spcPts val="600"/>
              </a:spcAft>
              <a:buClr>
                <a:srgbClr val="1D212E"/>
              </a:buClr>
              <a:buFont typeface="Amazon Ember Light" panose="020B0403020204020204" pitchFamily="34" charset="0"/>
              <a:buChar char="»"/>
              <a:tabLst>
                <a:tab pos="91440" algn="l"/>
              </a:tabLst>
              <a:defRPr sz="18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defTabSz="91440">
              <a:buClr>
                <a:srgbClr val="1D212E"/>
              </a:buClr>
              <a:buFont typeface="System Font Regular"/>
              <a:buNone/>
              <a:tabLst>
                <a:tab pos="91440" algn="l"/>
              </a:tabLst>
              <a:defRPr/>
            </a:lvl5pPr>
          </a:lstStyle>
          <a:p>
            <a:pPr lvl="0"/>
            <a:r>
              <a:rPr lang="en-US"/>
              <a:t>Use bullets sparingly, keep text brief</a:t>
            </a:r>
          </a:p>
          <a:p>
            <a:pPr lvl="1"/>
            <a:r>
              <a:rPr lang="en-US"/>
              <a:t>Second level</a:t>
            </a:r>
          </a:p>
          <a:p>
            <a:pPr lvl="2"/>
            <a:r>
              <a:rPr lang="en-US"/>
              <a:t>Third level</a:t>
            </a:r>
          </a:p>
          <a:p>
            <a:pPr lvl="3"/>
            <a:r>
              <a:rPr lang="en-US"/>
              <a:t>Fourth level</a:t>
            </a:r>
          </a:p>
        </p:txBody>
      </p:sp>
      <p:pic>
        <p:nvPicPr>
          <p:cNvPr id="4" name="Picture 3">
            <a:extLst>
              <a:ext uri="{FF2B5EF4-FFF2-40B4-BE49-F238E27FC236}">
                <a16:creationId xmlns:a16="http://schemas.microsoft.com/office/drawing/2014/main" id="{225CE444-046D-C7DC-0963-42C49861463D}"/>
              </a:ext>
            </a:extLst>
          </p:cNvPr>
          <p:cNvPicPr>
            <a:picLocks noChangeAspect="1"/>
          </p:cNvPicPr>
          <p:nvPr userDrawn="1"/>
        </p:nvPicPr>
        <p:blipFill>
          <a:blip r:embed="rId3"/>
          <a:stretch>
            <a:fillRect/>
          </a:stretch>
        </p:blipFill>
        <p:spPr>
          <a:xfrm>
            <a:off x="11461580" y="6208593"/>
            <a:ext cx="553221" cy="494462"/>
          </a:xfrm>
          <a:prstGeom prst="rect">
            <a:avLst/>
          </a:prstGeom>
        </p:spPr>
      </p:pic>
      <p:sp>
        <p:nvSpPr>
          <p:cNvPr id="12" name="TextBox 11">
            <a:extLst>
              <a:ext uri="{FF2B5EF4-FFF2-40B4-BE49-F238E27FC236}">
                <a16:creationId xmlns:a16="http://schemas.microsoft.com/office/drawing/2014/main" id="{EAF8BD9B-3CFB-4592-953A-7F43D6058DE7}"/>
              </a:ext>
            </a:extLst>
          </p:cNvPr>
          <p:cNvSpPr txBox="1"/>
          <p:nvPr userDrawn="1"/>
        </p:nvSpPr>
        <p:spPr>
          <a:xfrm>
            <a:off x="94046" y="6503765"/>
            <a:ext cx="1928718" cy="307777"/>
          </a:xfrm>
          <a:prstGeom prst="rect">
            <a:avLst/>
          </a:prstGeom>
          <a:noFill/>
        </p:spPr>
        <p:txBody>
          <a:bodyPr wrap="square" rtlCol="0">
            <a:spAutoFit/>
          </a:bodyPr>
          <a:lstStyle/>
          <a:p>
            <a:r>
              <a:rPr lang="en-US" sz="1400"/>
              <a:t>Amazon Confidential</a:t>
            </a:r>
          </a:p>
        </p:txBody>
      </p:sp>
    </p:spTree>
    <p:extLst>
      <p:ext uri="{BB962C8B-B14F-4D97-AF65-F5344CB8AC3E}">
        <p14:creationId xmlns:p14="http://schemas.microsoft.com/office/powerpoint/2010/main" val="21514106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Final">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94903AE-57F0-C240-B10F-0DC23B38C5B2}"/>
              </a:ext>
            </a:extLst>
          </p:cNvPr>
          <p:cNvSpPr/>
          <p:nvPr userDrawn="1"/>
        </p:nvSpPr>
        <p:spPr>
          <a:xfrm>
            <a:off x="-1" y="-1"/>
            <a:ext cx="12192000" cy="6858000"/>
          </a:xfrm>
          <a:prstGeom prst="rect">
            <a:avLst/>
          </a:prstGeom>
          <a:solidFill>
            <a:srgbClr val="1D21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D212E"/>
              </a:solidFill>
              <a:effectLst/>
              <a:highlight>
                <a:srgbClr val="1D212E"/>
              </a:highlight>
              <a:uLnTx/>
              <a:uFillTx/>
              <a:latin typeface="Amazon Ember Light"/>
              <a:ea typeface="+mn-ea"/>
              <a:cs typeface="+mn-cs"/>
            </a:endParaRPr>
          </a:p>
        </p:txBody>
      </p:sp>
      <p:sp>
        <p:nvSpPr>
          <p:cNvPr id="2" name="TextBox 1">
            <a:extLst>
              <a:ext uri="{FF2B5EF4-FFF2-40B4-BE49-F238E27FC236}">
                <a16:creationId xmlns:a16="http://schemas.microsoft.com/office/drawing/2014/main" id="{CEEE5780-BFB7-4409-9FDC-8B11B0E11B2A}"/>
              </a:ext>
            </a:extLst>
          </p:cNvPr>
          <p:cNvSpPr txBox="1"/>
          <p:nvPr userDrawn="1"/>
        </p:nvSpPr>
        <p:spPr bwMode="white">
          <a:xfrm>
            <a:off x="2177143" y="4908008"/>
            <a:ext cx="7837715" cy="110799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600" b="0" i="0" u="none" strike="noStrike" kern="1200" cap="none" spc="0" normalizeH="0" baseline="0" noProof="0">
                <a:ln>
                  <a:noFill/>
                </a:ln>
                <a:solidFill>
                  <a:srgbClr val="F4F4F4"/>
                </a:solidFill>
                <a:effectLst/>
                <a:uLnTx/>
                <a:uFillTx/>
                <a:latin typeface="Amazon Ember Light"/>
                <a:ea typeface="+mn-ea"/>
                <a:cs typeface="+mn-cs"/>
              </a:rPr>
              <a:t>Thank you!</a:t>
            </a:r>
          </a:p>
        </p:txBody>
      </p:sp>
      <p:pic>
        <p:nvPicPr>
          <p:cNvPr id="54" name="Picture 53">
            <a:extLst>
              <a:ext uri="{FF2B5EF4-FFF2-40B4-BE49-F238E27FC236}">
                <a16:creationId xmlns:a16="http://schemas.microsoft.com/office/drawing/2014/main" id="{E3A2FFBD-EF37-39FC-76A0-CCD27D3D9FFF}"/>
              </a:ext>
            </a:extLst>
          </p:cNvPr>
          <p:cNvPicPr>
            <a:picLocks noChangeAspect="1"/>
          </p:cNvPicPr>
          <p:nvPr userDrawn="1"/>
        </p:nvPicPr>
        <p:blipFill>
          <a:blip r:embed="rId2"/>
          <a:stretch>
            <a:fillRect/>
          </a:stretch>
        </p:blipFill>
        <p:spPr>
          <a:xfrm>
            <a:off x="3946979" y="1066472"/>
            <a:ext cx="4298041" cy="3841536"/>
          </a:xfrm>
          <a:prstGeom prst="rect">
            <a:avLst/>
          </a:prstGeom>
        </p:spPr>
      </p:pic>
    </p:spTree>
    <p:extLst>
      <p:ext uri="{BB962C8B-B14F-4D97-AF65-F5344CB8AC3E}">
        <p14:creationId xmlns:p14="http://schemas.microsoft.com/office/powerpoint/2010/main" val="36425924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2_Section TItle">
    <p:bg>
      <p:bgPr>
        <a:gradFill flip="none" rotWithShape="1">
          <a:gsLst>
            <a:gs pos="0">
              <a:schemeClr val="accent1">
                <a:lumMod val="100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11BBA-1DAA-B14B-9C96-C59B5BD24429}"/>
              </a:ext>
            </a:extLst>
          </p:cNvPr>
          <p:cNvSpPr>
            <a:spLocks noGrp="1"/>
          </p:cNvSpPr>
          <p:nvPr>
            <p:ph type="ctrTitle" hasCustomPrompt="1"/>
          </p:nvPr>
        </p:nvSpPr>
        <p:spPr>
          <a:xfrm>
            <a:off x="1524000" y="3145743"/>
            <a:ext cx="9144000" cy="748095"/>
          </a:xfrm>
          <a:prstGeom prst="rect">
            <a:avLst/>
          </a:prstGeom>
        </p:spPr>
        <p:txBody>
          <a:bodyPr anchor="b">
            <a:noAutofit/>
          </a:bodyPr>
          <a:lstStyle>
            <a:lvl1pPr algn="ctr">
              <a:defRPr sz="5400" baseline="0">
                <a:solidFill>
                  <a:schemeClr val="bg1"/>
                </a:solidFill>
                <a:latin typeface="Amazon Ember Medium" panose="020B0603020204030204" pitchFamily="34" charset="0"/>
                <a:ea typeface="Amazon Ember Medium" panose="020B0603020204030204" pitchFamily="34" charset="0"/>
                <a:cs typeface="Amazon Ember Medium" panose="020B0603020204030204" pitchFamily="34" charset="0"/>
              </a:defRPr>
            </a:lvl1pPr>
          </a:lstStyle>
          <a:p>
            <a:r>
              <a:rPr lang="en-US"/>
              <a:t>[Section Title]</a:t>
            </a:r>
          </a:p>
        </p:txBody>
      </p:sp>
      <p:pic>
        <p:nvPicPr>
          <p:cNvPr id="6" name="Picture 5">
            <a:extLst>
              <a:ext uri="{FF2B5EF4-FFF2-40B4-BE49-F238E27FC236}">
                <a16:creationId xmlns:a16="http://schemas.microsoft.com/office/drawing/2014/main" id="{8E00DF90-8A49-4419-992A-DFE8499C441B}"/>
              </a:ext>
            </a:extLst>
          </p:cNvPr>
          <p:cNvPicPr>
            <a:picLocks noChangeAspect="1"/>
          </p:cNvPicPr>
          <p:nvPr userDrawn="1"/>
        </p:nvPicPr>
        <p:blipFill rotWithShape="1">
          <a:blip r:embed="rId2">
            <a:lum contrast="-20000"/>
            <a:alphaModFix amt="34000"/>
          </a:blip>
          <a:srcRect b="60056"/>
          <a:stretch/>
        </p:blipFill>
        <p:spPr>
          <a:xfrm>
            <a:off x="1944660" y="3893839"/>
            <a:ext cx="8302679" cy="2964162"/>
          </a:xfrm>
          <a:prstGeom prst="rect">
            <a:avLst/>
          </a:prstGeom>
        </p:spPr>
      </p:pic>
      <p:sp>
        <p:nvSpPr>
          <p:cNvPr id="7" name="Subtitle 2">
            <a:extLst>
              <a:ext uri="{FF2B5EF4-FFF2-40B4-BE49-F238E27FC236}">
                <a16:creationId xmlns:a16="http://schemas.microsoft.com/office/drawing/2014/main" id="{A966C514-F1A2-41E5-A0EF-ADFDC38E9EC9}"/>
              </a:ext>
            </a:extLst>
          </p:cNvPr>
          <p:cNvSpPr>
            <a:spLocks noGrp="1"/>
          </p:cNvSpPr>
          <p:nvPr>
            <p:ph type="subTitle" idx="1" hasCustomPrompt="1"/>
          </p:nvPr>
        </p:nvSpPr>
        <p:spPr>
          <a:xfrm>
            <a:off x="9181578" y="193373"/>
            <a:ext cx="2824278" cy="506684"/>
          </a:xfrm>
          <a:noFill/>
        </p:spPr>
        <p:txBody>
          <a:bodyPr>
            <a:normAutofit/>
          </a:bodyPr>
          <a:lstStyle>
            <a:lvl1pPr marL="0" indent="0" algn="r">
              <a:buNone/>
              <a:defRPr sz="3200" baseline="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[Course Title]</a:t>
            </a:r>
          </a:p>
        </p:txBody>
      </p:sp>
    </p:spTree>
    <p:extLst>
      <p:ext uri="{BB962C8B-B14F-4D97-AF65-F5344CB8AC3E}">
        <p14:creationId xmlns:p14="http://schemas.microsoft.com/office/powerpoint/2010/main" val="8275139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2_Text Slide">
    <p:bg>
      <p:bgPr>
        <a:solidFill>
          <a:srgbClr val="F4F4F4"/>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10982A3-A8A9-4567-8879-123E743C8675}"/>
              </a:ext>
            </a:extLst>
          </p:cNvPr>
          <p:cNvSpPr/>
          <p:nvPr userDrawn="1"/>
        </p:nvSpPr>
        <p:spPr>
          <a:xfrm>
            <a:off x="0" y="-3273"/>
            <a:ext cx="12192000" cy="1384301"/>
          </a:xfrm>
          <a:prstGeom prst="rect">
            <a:avLst/>
          </a:prstGeom>
          <a:gradFill flip="none" rotWithShape="1">
            <a:gsLst>
              <a:gs pos="45000">
                <a:schemeClr val="tx2"/>
              </a:gs>
              <a:gs pos="0">
                <a:schemeClr val="tx1"/>
              </a:gs>
              <a:gs pos="79000">
                <a:schemeClr val="accent1"/>
              </a:gs>
              <a:gs pos="100000">
                <a:srgbClr val="7CE8F4"/>
              </a:gs>
            </a:gsLst>
            <a:lin ang="195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13" name="Slide Number Placeholder 5">
            <a:extLst>
              <a:ext uri="{FF2B5EF4-FFF2-40B4-BE49-F238E27FC236}">
                <a16:creationId xmlns:a16="http://schemas.microsoft.com/office/drawing/2014/main" id="{6C283E9D-F50D-439E-8A38-69DC0A8D8C07}"/>
              </a:ext>
            </a:extLst>
          </p:cNvPr>
          <p:cNvSpPr>
            <a:spLocks noGrp="1"/>
          </p:cNvSpPr>
          <p:nvPr>
            <p:ph type="sldNum" sz="quarter" idx="12"/>
          </p:nvPr>
        </p:nvSpPr>
        <p:spPr>
          <a:xfrm>
            <a:off x="7428974" y="6356866"/>
            <a:ext cx="4032605" cy="365125"/>
          </a:xfrm>
          <a:prstGeom prst="rect">
            <a:avLst/>
          </a:prstGeom>
        </p:spPr>
        <p:txBody>
          <a:bodyPr/>
          <a:lstStyle>
            <a:lvl1pPr algn="r">
              <a:defRPr sz="1400">
                <a:solidFill>
                  <a:schemeClr val="tx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613A35D-97EF-7A48-AACF-97D95E22C11E}" type="slidenum">
              <a:rPr kumimoji="0" lang="en-US" sz="1400" b="0" i="0" u="none" strike="noStrike" kern="1200" cap="none" spc="0" normalizeH="0" baseline="0" noProof="0" smtClean="0">
                <a:ln>
                  <a:noFill/>
                </a:ln>
                <a:solidFill>
                  <a:srgbClr val="232F3E"/>
                </a:solidFill>
                <a:effectLst/>
                <a:uLnTx/>
                <a:uFillTx/>
                <a:latin typeface="Amazon Ember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21" name="Title 1">
            <a:extLst>
              <a:ext uri="{FF2B5EF4-FFF2-40B4-BE49-F238E27FC236}">
                <a16:creationId xmlns:a16="http://schemas.microsoft.com/office/drawing/2014/main" id="{9BC1588F-094F-4A81-B38F-FA160FF57D64}"/>
              </a:ext>
            </a:extLst>
          </p:cNvPr>
          <p:cNvSpPr>
            <a:spLocks noGrp="1"/>
          </p:cNvSpPr>
          <p:nvPr>
            <p:ph type="title" hasCustomPrompt="1"/>
          </p:nvPr>
        </p:nvSpPr>
        <p:spPr bwMode="white">
          <a:xfrm>
            <a:off x="648227" y="154945"/>
            <a:ext cx="10928422" cy="1061238"/>
          </a:xfrm>
          <a:prstGeom prst="rect">
            <a:avLst/>
          </a:prstGeom>
        </p:spPr>
        <p:txBody>
          <a:bodyPr>
            <a:normAutofit/>
          </a:bodyPr>
          <a:lstStyle>
            <a:lvl1pPr fontAlgn="t">
              <a:defRPr sz="4400" baseline="0">
                <a:solidFill>
                  <a:schemeClr val="bg1"/>
                </a:solidFill>
                <a:latin typeface="Amazon Ember Medium" panose="020B0603020204030204" pitchFamily="34" charset="0"/>
                <a:ea typeface="Amazon Ember Medium" panose="020B0603020204030204" pitchFamily="34" charset="0"/>
                <a:cs typeface="Amazon Ember Medium" panose="020B0603020204030204" pitchFamily="34" charset="0"/>
              </a:defRPr>
            </a:lvl1pPr>
          </a:lstStyle>
          <a:p>
            <a:r>
              <a:rPr lang="en-US"/>
              <a:t>[Text Slide Style]</a:t>
            </a:r>
          </a:p>
        </p:txBody>
      </p:sp>
      <p:sp>
        <p:nvSpPr>
          <p:cNvPr id="22" name="Text Placeholder 2">
            <a:extLst>
              <a:ext uri="{FF2B5EF4-FFF2-40B4-BE49-F238E27FC236}">
                <a16:creationId xmlns:a16="http://schemas.microsoft.com/office/drawing/2014/main" id="{532D1030-B066-460B-B596-5FF45CA1F896}"/>
              </a:ext>
            </a:extLst>
          </p:cNvPr>
          <p:cNvSpPr>
            <a:spLocks noGrp="1"/>
          </p:cNvSpPr>
          <p:nvPr>
            <p:ph idx="1" hasCustomPrompt="1"/>
          </p:nvPr>
        </p:nvSpPr>
        <p:spPr>
          <a:xfrm>
            <a:off x="648227" y="1673525"/>
            <a:ext cx="10928422" cy="4390845"/>
          </a:xfrm>
          <a:prstGeom prst="rect">
            <a:avLst/>
          </a:prstGeom>
        </p:spPr>
        <p:txBody>
          <a:bodyPr vert="horz" lIns="91440" tIns="45720" rIns="91440" bIns="45720" rtlCol="0">
            <a:noAutofit/>
          </a:bodyPr>
          <a:lstStyle>
            <a:lvl1pPr marL="344488" indent="-344488" defTabSz="91440">
              <a:lnSpc>
                <a:spcPct val="100000"/>
              </a:lnSpc>
              <a:spcBef>
                <a:spcPts val="0"/>
              </a:spcBef>
              <a:spcAft>
                <a:spcPts val="600"/>
              </a:spcAft>
              <a:buClr>
                <a:srgbClr val="1D212E"/>
              </a:buClr>
              <a:buSzPct val="100000"/>
              <a:buFontTx/>
              <a:buBlip>
                <a:blip>
                  <a:extLst>
                    <a:ext uri="{96DAC541-7B7A-43D3-8B79-37D633B846F1}">
                      <asvg:svgBlip xmlns:asvg="http://schemas.microsoft.com/office/drawing/2016/SVG/main" r:embed="rId2"/>
                    </a:ext>
                  </a:extLst>
                </a:blip>
              </a:buBlip>
              <a:tabLst>
                <a:tab pos="227013" algn="l"/>
              </a:tabLst>
              <a:defRPr sz="28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27063" indent="-282575" defTabSz="114300">
              <a:lnSpc>
                <a:spcPct val="100000"/>
              </a:lnSpc>
              <a:spcBef>
                <a:spcPts val="0"/>
              </a:spcBef>
              <a:spcAft>
                <a:spcPts val="600"/>
              </a:spcAft>
              <a:buClr>
                <a:srgbClr val="1D212E"/>
              </a:buClr>
              <a:buFont typeface="Amazon Ember Light" panose="020B0403020204020204" pitchFamily="34" charset="0"/>
              <a:buChar char="»"/>
              <a:tabLst/>
              <a:defRPr sz="24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914400" indent="-225425">
              <a:lnSpc>
                <a:spcPct val="100000"/>
              </a:lnSpc>
              <a:spcBef>
                <a:spcPts val="0"/>
              </a:spcBef>
              <a:spcAft>
                <a:spcPts val="600"/>
              </a:spcAft>
              <a:buClr>
                <a:srgbClr val="1D212E"/>
              </a:buClr>
              <a:buFont typeface="Amazon Ember Light" panose="020B0403020204020204" pitchFamily="34" charset="0"/>
              <a:buChar char="»"/>
              <a:tabLst>
                <a:tab pos="91440" algn="l"/>
              </a:tabLst>
              <a:defRPr sz="20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201738" indent="-231775">
              <a:lnSpc>
                <a:spcPct val="100000"/>
              </a:lnSpc>
              <a:spcBef>
                <a:spcPts val="0"/>
              </a:spcBef>
              <a:spcAft>
                <a:spcPts val="400"/>
              </a:spcAft>
              <a:buClr>
                <a:srgbClr val="1D212E"/>
              </a:buClr>
              <a:buFont typeface="Amazon Ember Light" panose="020B0403020204020204" pitchFamily="34" charset="0"/>
              <a:buChar char="»"/>
              <a:tabLst>
                <a:tab pos="91440" algn="l"/>
              </a:tabLst>
              <a:defRPr sz="18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defTabSz="91440">
              <a:buClr>
                <a:srgbClr val="1D212E"/>
              </a:buClr>
              <a:buFont typeface="System Font Regular"/>
              <a:buNone/>
              <a:tabLst>
                <a:tab pos="91440" algn="l"/>
              </a:tabLst>
              <a:defRPr/>
            </a:lvl5pPr>
          </a:lstStyle>
          <a:p>
            <a:pPr lvl="0"/>
            <a:r>
              <a:rPr lang="en-US"/>
              <a:t>Use bullets sparingly, keep text brief</a:t>
            </a:r>
          </a:p>
          <a:p>
            <a:pPr lvl="1"/>
            <a:r>
              <a:rPr lang="en-US"/>
              <a:t>Second level</a:t>
            </a:r>
          </a:p>
          <a:p>
            <a:pPr lvl="2"/>
            <a:r>
              <a:rPr lang="en-US"/>
              <a:t>Third level</a:t>
            </a:r>
          </a:p>
          <a:p>
            <a:pPr lvl="3"/>
            <a:r>
              <a:rPr lang="en-US"/>
              <a:t>Fourth level</a:t>
            </a:r>
          </a:p>
        </p:txBody>
      </p:sp>
      <p:pic>
        <p:nvPicPr>
          <p:cNvPr id="9" name="Picture 8">
            <a:extLst>
              <a:ext uri="{FF2B5EF4-FFF2-40B4-BE49-F238E27FC236}">
                <a16:creationId xmlns:a16="http://schemas.microsoft.com/office/drawing/2014/main" id="{4C422BB8-0F98-4083-8BAC-3669B47DF864}"/>
              </a:ext>
            </a:extLst>
          </p:cNvPr>
          <p:cNvPicPr>
            <a:picLocks noChangeAspect="1"/>
          </p:cNvPicPr>
          <p:nvPr userDrawn="1"/>
        </p:nvPicPr>
        <p:blipFill>
          <a:blip r:embed="rId3"/>
          <a:stretch>
            <a:fillRect/>
          </a:stretch>
        </p:blipFill>
        <p:spPr>
          <a:xfrm>
            <a:off x="11461580" y="6208593"/>
            <a:ext cx="553221" cy="494462"/>
          </a:xfrm>
          <a:prstGeom prst="rect">
            <a:avLst/>
          </a:prstGeom>
        </p:spPr>
      </p:pic>
      <p:sp>
        <p:nvSpPr>
          <p:cNvPr id="10" name="TextBox 9">
            <a:extLst>
              <a:ext uri="{FF2B5EF4-FFF2-40B4-BE49-F238E27FC236}">
                <a16:creationId xmlns:a16="http://schemas.microsoft.com/office/drawing/2014/main" id="{C0B65F1B-514A-4F4F-8988-7036DF600E41}"/>
              </a:ext>
            </a:extLst>
          </p:cNvPr>
          <p:cNvSpPr txBox="1"/>
          <p:nvPr userDrawn="1"/>
        </p:nvSpPr>
        <p:spPr>
          <a:xfrm>
            <a:off x="94046" y="6503765"/>
            <a:ext cx="1928718" cy="307777"/>
          </a:xfrm>
          <a:prstGeom prst="rect">
            <a:avLst/>
          </a:prstGeom>
          <a:noFill/>
        </p:spPr>
        <p:txBody>
          <a:bodyPr wrap="square" rtlCol="0">
            <a:spAutoFit/>
          </a:bodyPr>
          <a:lstStyle/>
          <a:p>
            <a:r>
              <a:rPr lang="en-US" sz="1400"/>
              <a:t>Amazon Confidential</a:t>
            </a:r>
          </a:p>
        </p:txBody>
      </p:sp>
    </p:spTree>
    <p:extLst>
      <p:ext uri="{BB962C8B-B14F-4D97-AF65-F5344CB8AC3E}">
        <p14:creationId xmlns:p14="http://schemas.microsoft.com/office/powerpoint/2010/main" val="34940955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3_Module Title">
    <p:bg>
      <p:bgPr>
        <a:gradFill flip="none" rotWithShape="1">
          <a:gsLst>
            <a:gs pos="0">
              <a:schemeClr val="tx2">
                <a:lumMod val="90000"/>
                <a:lumOff val="10000"/>
              </a:schemeClr>
            </a:gs>
            <a:gs pos="23000">
              <a:schemeClr val="tx2">
                <a:lumMod val="97000"/>
                <a:lumOff val="3000"/>
              </a:schemeClr>
            </a:gs>
            <a:gs pos="69000">
              <a:schemeClr val="tx2">
                <a:lumMod val="83000"/>
              </a:schemeClr>
            </a:gs>
            <a:gs pos="97000">
              <a:schemeClr val="tx2">
                <a:lumMod val="73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E62F7DC0-C9F6-40AE-95A2-3520AC5A171A}"/>
              </a:ext>
            </a:extLst>
          </p:cNvPr>
          <p:cNvSpPr>
            <a:spLocks noGrp="1"/>
          </p:cNvSpPr>
          <p:nvPr>
            <p:ph type="ctrTitle" hasCustomPrompt="1"/>
          </p:nvPr>
        </p:nvSpPr>
        <p:spPr>
          <a:xfrm>
            <a:off x="1524000" y="2468199"/>
            <a:ext cx="9144000" cy="748095"/>
          </a:xfrm>
          <a:prstGeom prst="rect">
            <a:avLst/>
          </a:prstGeom>
          <a:noFill/>
        </p:spPr>
        <p:txBody>
          <a:bodyPr anchor="b">
            <a:noAutofit/>
          </a:bodyPr>
          <a:lstStyle>
            <a:lvl1pPr algn="ctr">
              <a:defRPr sz="5400" baseline="0">
                <a:solidFill>
                  <a:schemeClr val="bg1"/>
                </a:solidFill>
                <a:latin typeface="Amazon Ember Medium" panose="020B0603020204030204" pitchFamily="34" charset="0"/>
                <a:ea typeface="Amazon Ember Medium" panose="020B0603020204030204" pitchFamily="34" charset="0"/>
                <a:cs typeface="Amazon Ember Medium" panose="020B0603020204030204" pitchFamily="34" charset="0"/>
              </a:defRPr>
            </a:lvl1pPr>
          </a:lstStyle>
          <a:p>
            <a:r>
              <a:rPr lang="en-US"/>
              <a:t>Module [#]: [Module title]</a:t>
            </a:r>
          </a:p>
        </p:txBody>
      </p:sp>
      <p:pic>
        <p:nvPicPr>
          <p:cNvPr id="2" name="Picture 1">
            <a:extLst>
              <a:ext uri="{FF2B5EF4-FFF2-40B4-BE49-F238E27FC236}">
                <a16:creationId xmlns:a16="http://schemas.microsoft.com/office/drawing/2014/main" id="{EAB45F2C-7BC7-5C35-6362-AE690DD57F57}"/>
              </a:ext>
            </a:extLst>
          </p:cNvPr>
          <p:cNvPicPr>
            <a:picLocks noChangeAspect="1"/>
          </p:cNvPicPr>
          <p:nvPr userDrawn="1"/>
        </p:nvPicPr>
        <p:blipFill rotWithShape="1">
          <a:blip r:embed="rId2">
            <a:lum contrast="-20000"/>
            <a:alphaModFix amt="34000"/>
          </a:blip>
          <a:srcRect b="60056"/>
          <a:stretch/>
        </p:blipFill>
        <p:spPr>
          <a:xfrm>
            <a:off x="1944660" y="3893838"/>
            <a:ext cx="8302679" cy="2964161"/>
          </a:xfrm>
          <a:prstGeom prst="rect">
            <a:avLst/>
          </a:prstGeom>
        </p:spPr>
      </p:pic>
      <p:sp>
        <p:nvSpPr>
          <p:cNvPr id="5" name="Content Placeholder 4">
            <a:extLst>
              <a:ext uri="{FF2B5EF4-FFF2-40B4-BE49-F238E27FC236}">
                <a16:creationId xmlns:a16="http://schemas.microsoft.com/office/drawing/2014/main" id="{91646451-4ABF-4483-BA67-CB7A21603CAF}"/>
              </a:ext>
            </a:extLst>
          </p:cNvPr>
          <p:cNvSpPr>
            <a:spLocks noGrp="1"/>
          </p:cNvSpPr>
          <p:nvPr>
            <p:ph sz="quarter" idx="11" hasCustomPrompt="1"/>
          </p:nvPr>
        </p:nvSpPr>
        <p:spPr>
          <a:xfrm>
            <a:off x="1473993" y="3244837"/>
            <a:ext cx="9244012" cy="612480"/>
          </a:xfrm>
        </p:spPr>
        <p:txBody>
          <a:bodyPr>
            <a:normAutofit/>
          </a:bodyPr>
          <a:lstStyle>
            <a:lvl1pPr marL="0" indent="0" algn="ctr">
              <a:buNone/>
              <a:defRPr sz="3600">
                <a:solidFill>
                  <a:schemeClr val="bg1"/>
                </a:solidFill>
              </a:defRPr>
            </a:lvl1pPr>
          </a:lstStyle>
          <a:p>
            <a:pPr lvl="0"/>
            <a:r>
              <a:rPr lang="en-US"/>
              <a:t>[Module subheading (if applicable)</a:t>
            </a:r>
          </a:p>
        </p:txBody>
      </p:sp>
      <p:sp>
        <p:nvSpPr>
          <p:cNvPr id="8" name="Subtitle 2">
            <a:extLst>
              <a:ext uri="{FF2B5EF4-FFF2-40B4-BE49-F238E27FC236}">
                <a16:creationId xmlns:a16="http://schemas.microsoft.com/office/drawing/2014/main" id="{36B5D76E-969F-4939-B4EF-4CA12D63896C}"/>
              </a:ext>
            </a:extLst>
          </p:cNvPr>
          <p:cNvSpPr>
            <a:spLocks noGrp="1"/>
          </p:cNvSpPr>
          <p:nvPr>
            <p:ph type="subTitle" idx="1" hasCustomPrompt="1"/>
          </p:nvPr>
        </p:nvSpPr>
        <p:spPr>
          <a:xfrm>
            <a:off x="9181578" y="193373"/>
            <a:ext cx="2824278" cy="506684"/>
          </a:xfrm>
          <a:noFill/>
        </p:spPr>
        <p:txBody>
          <a:bodyPr>
            <a:normAutofit/>
          </a:bodyPr>
          <a:lstStyle>
            <a:lvl1pPr marL="0" indent="0" algn="r">
              <a:buNone/>
              <a:defRPr sz="3200" baseline="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[Course Title]</a:t>
            </a:r>
          </a:p>
        </p:txBody>
      </p:sp>
    </p:spTree>
    <p:extLst>
      <p:ext uri="{BB962C8B-B14F-4D97-AF65-F5344CB8AC3E}">
        <p14:creationId xmlns:p14="http://schemas.microsoft.com/office/powerpoint/2010/main" val="8076771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2_Header Only">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E5D57B1-75EF-4C97-9A07-06C42A328D75}"/>
              </a:ext>
            </a:extLst>
          </p:cNvPr>
          <p:cNvSpPr/>
          <p:nvPr userDrawn="1"/>
        </p:nvSpPr>
        <p:spPr>
          <a:xfrm>
            <a:off x="0" y="-3273"/>
            <a:ext cx="12192000" cy="1384301"/>
          </a:xfrm>
          <a:prstGeom prst="rect">
            <a:avLst/>
          </a:prstGeom>
          <a:gradFill flip="none" rotWithShape="1">
            <a:gsLst>
              <a:gs pos="45000">
                <a:schemeClr val="tx2"/>
              </a:gs>
              <a:gs pos="0">
                <a:schemeClr val="tx1"/>
              </a:gs>
              <a:gs pos="79000">
                <a:schemeClr val="accent1"/>
              </a:gs>
              <a:gs pos="100000">
                <a:srgbClr val="7CE8F4"/>
              </a:gs>
            </a:gsLst>
            <a:lin ang="195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14" name="Slide Number Placeholder 5">
            <a:extLst>
              <a:ext uri="{FF2B5EF4-FFF2-40B4-BE49-F238E27FC236}">
                <a16:creationId xmlns:a16="http://schemas.microsoft.com/office/drawing/2014/main" id="{D4CE4CF3-02DA-485F-B590-9FE6F5726AC1}"/>
              </a:ext>
            </a:extLst>
          </p:cNvPr>
          <p:cNvSpPr>
            <a:spLocks noGrp="1"/>
          </p:cNvSpPr>
          <p:nvPr>
            <p:ph type="sldNum" sz="quarter" idx="12"/>
          </p:nvPr>
        </p:nvSpPr>
        <p:spPr>
          <a:xfrm>
            <a:off x="7428974" y="6356866"/>
            <a:ext cx="4032605" cy="365125"/>
          </a:xfrm>
          <a:prstGeom prst="rect">
            <a:avLst/>
          </a:prstGeom>
        </p:spPr>
        <p:txBody>
          <a:bodyPr/>
          <a:lstStyle>
            <a:lvl1pPr algn="r">
              <a:defRPr sz="1400"/>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613A35D-97EF-7A48-AACF-97D95E22C11E}" type="slidenum">
              <a:rPr kumimoji="0" lang="en-US" sz="1400" b="0" i="0" u="none" strike="noStrike" kern="1200" cap="none" spc="0" normalizeH="0" baseline="0" noProof="0" smtClean="0">
                <a:ln>
                  <a:noFill/>
                </a:ln>
                <a:solidFill>
                  <a:srgbClr val="232F3E"/>
                </a:solidFill>
                <a:effectLst/>
                <a:uLnTx/>
                <a:uFillTx/>
                <a:latin typeface="Amazon Ember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13" name="Title 1">
            <a:extLst>
              <a:ext uri="{FF2B5EF4-FFF2-40B4-BE49-F238E27FC236}">
                <a16:creationId xmlns:a16="http://schemas.microsoft.com/office/drawing/2014/main" id="{595A1A70-0094-4A83-A2EF-A82AE6C1022E}"/>
              </a:ext>
            </a:extLst>
          </p:cNvPr>
          <p:cNvSpPr>
            <a:spLocks noGrp="1"/>
          </p:cNvSpPr>
          <p:nvPr>
            <p:ph type="title" hasCustomPrompt="1"/>
          </p:nvPr>
        </p:nvSpPr>
        <p:spPr bwMode="white">
          <a:xfrm>
            <a:off x="648227" y="154945"/>
            <a:ext cx="10928422" cy="1061238"/>
          </a:xfrm>
          <a:prstGeom prst="rect">
            <a:avLst/>
          </a:prstGeom>
        </p:spPr>
        <p:txBody>
          <a:bodyPr>
            <a:normAutofit/>
          </a:bodyPr>
          <a:lstStyle>
            <a:lvl1pPr fontAlgn="t">
              <a:defRPr sz="4400" baseline="0">
                <a:solidFill>
                  <a:schemeClr val="bg1"/>
                </a:solidFill>
                <a:latin typeface="Amazon Ember Medium" panose="020B0603020204030204" pitchFamily="34" charset="0"/>
                <a:ea typeface="Amazon Ember Medium" panose="020B0603020204030204" pitchFamily="34" charset="0"/>
                <a:cs typeface="Amazon Ember Medium" panose="020B0603020204030204" pitchFamily="34" charset="0"/>
              </a:defRPr>
            </a:lvl1pPr>
          </a:lstStyle>
          <a:p>
            <a:r>
              <a:rPr lang="en-US"/>
              <a:t>[Header Only]</a:t>
            </a:r>
          </a:p>
        </p:txBody>
      </p:sp>
      <p:pic>
        <p:nvPicPr>
          <p:cNvPr id="4" name="Picture 3">
            <a:extLst>
              <a:ext uri="{FF2B5EF4-FFF2-40B4-BE49-F238E27FC236}">
                <a16:creationId xmlns:a16="http://schemas.microsoft.com/office/drawing/2014/main" id="{029D4D66-306A-48BD-BDF3-2741FFD17D1D}"/>
              </a:ext>
            </a:extLst>
          </p:cNvPr>
          <p:cNvPicPr>
            <a:picLocks noChangeAspect="1"/>
          </p:cNvPicPr>
          <p:nvPr userDrawn="1"/>
        </p:nvPicPr>
        <p:blipFill>
          <a:blip r:embed="rId2"/>
          <a:stretch>
            <a:fillRect/>
          </a:stretch>
        </p:blipFill>
        <p:spPr>
          <a:xfrm>
            <a:off x="11461580" y="6208593"/>
            <a:ext cx="553221" cy="494462"/>
          </a:xfrm>
          <a:prstGeom prst="rect">
            <a:avLst/>
          </a:prstGeom>
        </p:spPr>
      </p:pic>
      <p:sp>
        <p:nvSpPr>
          <p:cNvPr id="10" name="TextBox 9">
            <a:extLst>
              <a:ext uri="{FF2B5EF4-FFF2-40B4-BE49-F238E27FC236}">
                <a16:creationId xmlns:a16="http://schemas.microsoft.com/office/drawing/2014/main" id="{52AB2642-77B5-4B79-9B47-7A7B6D920503}"/>
              </a:ext>
            </a:extLst>
          </p:cNvPr>
          <p:cNvSpPr txBox="1"/>
          <p:nvPr userDrawn="1"/>
        </p:nvSpPr>
        <p:spPr>
          <a:xfrm>
            <a:off x="94046" y="6503765"/>
            <a:ext cx="1928718" cy="307777"/>
          </a:xfrm>
          <a:prstGeom prst="rect">
            <a:avLst/>
          </a:prstGeom>
          <a:noFill/>
        </p:spPr>
        <p:txBody>
          <a:bodyPr wrap="square" rtlCol="0">
            <a:spAutoFit/>
          </a:bodyPr>
          <a:lstStyle/>
          <a:p>
            <a:r>
              <a:rPr lang="en-US" sz="1400"/>
              <a:t>Amazon Confidential</a:t>
            </a:r>
          </a:p>
        </p:txBody>
      </p:sp>
    </p:spTree>
    <p:extLst>
      <p:ext uri="{BB962C8B-B14F-4D97-AF65-F5344CB8AC3E}">
        <p14:creationId xmlns:p14="http://schemas.microsoft.com/office/powerpoint/2010/main" val="28760411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2_Image Slide">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E846B8C-7B13-468C-8778-20B17785226C}"/>
              </a:ext>
            </a:extLst>
          </p:cNvPr>
          <p:cNvSpPr/>
          <p:nvPr userDrawn="1"/>
        </p:nvSpPr>
        <p:spPr>
          <a:xfrm>
            <a:off x="0" y="-3273"/>
            <a:ext cx="12192000" cy="1384301"/>
          </a:xfrm>
          <a:prstGeom prst="rect">
            <a:avLst/>
          </a:prstGeom>
          <a:gradFill flip="none" rotWithShape="1">
            <a:gsLst>
              <a:gs pos="45000">
                <a:schemeClr val="tx2"/>
              </a:gs>
              <a:gs pos="0">
                <a:schemeClr val="tx1"/>
              </a:gs>
              <a:gs pos="79000">
                <a:schemeClr val="accent1"/>
              </a:gs>
              <a:gs pos="100000">
                <a:srgbClr val="7CE8F4"/>
              </a:gs>
            </a:gsLst>
            <a:lin ang="195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14" name="Slide Number Placeholder 5">
            <a:extLst>
              <a:ext uri="{FF2B5EF4-FFF2-40B4-BE49-F238E27FC236}">
                <a16:creationId xmlns:a16="http://schemas.microsoft.com/office/drawing/2014/main" id="{D4CE4CF3-02DA-485F-B590-9FE6F5726AC1}"/>
              </a:ext>
            </a:extLst>
          </p:cNvPr>
          <p:cNvSpPr>
            <a:spLocks noGrp="1"/>
          </p:cNvSpPr>
          <p:nvPr>
            <p:ph type="sldNum" sz="quarter" idx="12"/>
          </p:nvPr>
        </p:nvSpPr>
        <p:spPr>
          <a:xfrm>
            <a:off x="7428974" y="6356866"/>
            <a:ext cx="4032605" cy="365125"/>
          </a:xfrm>
          <a:prstGeom prst="rect">
            <a:avLst/>
          </a:prstGeom>
        </p:spPr>
        <p:txBody>
          <a:bodyPr/>
          <a:lstStyle>
            <a:lvl1pPr algn="r">
              <a:defRPr sz="1400"/>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613A35D-97EF-7A48-AACF-97D95E22C11E}" type="slidenum">
              <a:rPr kumimoji="0" lang="en-US" sz="1400" b="0" i="0" u="none" strike="noStrike" kern="1200" cap="none" spc="0" normalizeH="0" baseline="0" noProof="0" smtClean="0">
                <a:ln>
                  <a:noFill/>
                </a:ln>
                <a:solidFill>
                  <a:srgbClr val="232F3E"/>
                </a:solidFill>
                <a:effectLst/>
                <a:uLnTx/>
                <a:uFillTx/>
                <a:latin typeface="Amazon Ember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13" name="Title 1">
            <a:extLst>
              <a:ext uri="{FF2B5EF4-FFF2-40B4-BE49-F238E27FC236}">
                <a16:creationId xmlns:a16="http://schemas.microsoft.com/office/drawing/2014/main" id="{595A1A70-0094-4A83-A2EF-A82AE6C1022E}"/>
              </a:ext>
            </a:extLst>
          </p:cNvPr>
          <p:cNvSpPr>
            <a:spLocks noGrp="1"/>
          </p:cNvSpPr>
          <p:nvPr>
            <p:ph type="title" hasCustomPrompt="1"/>
          </p:nvPr>
        </p:nvSpPr>
        <p:spPr bwMode="white">
          <a:xfrm>
            <a:off x="648227" y="154945"/>
            <a:ext cx="10928422" cy="1061238"/>
          </a:xfrm>
          <a:prstGeom prst="rect">
            <a:avLst/>
          </a:prstGeom>
        </p:spPr>
        <p:txBody>
          <a:bodyPr>
            <a:normAutofit/>
          </a:bodyPr>
          <a:lstStyle>
            <a:lvl1pPr fontAlgn="t">
              <a:defRPr sz="4400" baseline="0">
                <a:solidFill>
                  <a:schemeClr val="bg1"/>
                </a:solidFill>
                <a:latin typeface="Amazon Ember Medium" panose="020B0603020204030204" pitchFamily="34" charset="0"/>
                <a:ea typeface="Amazon Ember Medium" panose="020B0603020204030204" pitchFamily="34" charset="0"/>
                <a:cs typeface="Amazon Ember Medium" panose="020B0603020204030204" pitchFamily="34" charset="0"/>
              </a:defRPr>
            </a:lvl1pPr>
          </a:lstStyle>
          <a:p>
            <a:r>
              <a:rPr lang="en-US"/>
              <a:t>[Image/Diagram Slide Style]</a:t>
            </a:r>
          </a:p>
        </p:txBody>
      </p:sp>
      <p:sp>
        <p:nvSpPr>
          <p:cNvPr id="19" name="Text Placeholder 2">
            <a:extLst>
              <a:ext uri="{FF2B5EF4-FFF2-40B4-BE49-F238E27FC236}">
                <a16:creationId xmlns:a16="http://schemas.microsoft.com/office/drawing/2014/main" id="{D4B09A44-6DE8-4DF2-9267-9223C3645EC7}"/>
              </a:ext>
            </a:extLst>
          </p:cNvPr>
          <p:cNvSpPr>
            <a:spLocks noGrp="1"/>
          </p:cNvSpPr>
          <p:nvPr>
            <p:ph idx="1" hasCustomPrompt="1"/>
          </p:nvPr>
        </p:nvSpPr>
        <p:spPr>
          <a:xfrm>
            <a:off x="648227" y="1673525"/>
            <a:ext cx="10928422" cy="4390845"/>
          </a:xfrm>
          <a:prstGeom prst="rect">
            <a:avLst/>
          </a:prstGeom>
        </p:spPr>
        <p:txBody>
          <a:bodyPr vert="horz" lIns="91440" tIns="45720" rIns="91440" bIns="45720" rtlCol="0">
            <a:noAutofit/>
          </a:bodyPr>
          <a:lstStyle>
            <a:lvl1pPr marL="344488" indent="-344488" defTabSz="91440">
              <a:lnSpc>
                <a:spcPct val="100000"/>
              </a:lnSpc>
              <a:spcBef>
                <a:spcPts val="0"/>
              </a:spcBef>
              <a:spcAft>
                <a:spcPts val="600"/>
              </a:spcAft>
              <a:buClr>
                <a:srgbClr val="1D212E"/>
              </a:buClr>
              <a:buSzPct val="100000"/>
              <a:buFontTx/>
              <a:buBlip>
                <a:blip>
                  <a:extLst>
                    <a:ext uri="{96DAC541-7B7A-43D3-8B79-37D633B846F1}">
                      <asvg:svgBlip xmlns:asvg="http://schemas.microsoft.com/office/drawing/2016/SVG/main" r:embed="rId2"/>
                    </a:ext>
                  </a:extLst>
                </a:blip>
              </a:buBlip>
              <a:tabLst>
                <a:tab pos="227013" algn="l"/>
              </a:tabLst>
              <a:defRPr sz="28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27063" indent="-284163" defTabSz="114300">
              <a:lnSpc>
                <a:spcPct val="100000"/>
              </a:lnSpc>
              <a:spcBef>
                <a:spcPts val="0"/>
              </a:spcBef>
              <a:spcAft>
                <a:spcPts val="600"/>
              </a:spcAft>
              <a:buClr>
                <a:srgbClr val="1D212E"/>
              </a:buClr>
              <a:buFont typeface="Amazon Ember Light" panose="020B0403020204020204" pitchFamily="34" charset="0"/>
              <a:buChar char="»"/>
              <a:tabLst/>
              <a:defRPr sz="24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914400" indent="-225425">
              <a:lnSpc>
                <a:spcPct val="100000"/>
              </a:lnSpc>
              <a:spcBef>
                <a:spcPts val="0"/>
              </a:spcBef>
              <a:spcAft>
                <a:spcPts val="600"/>
              </a:spcAft>
              <a:buClr>
                <a:srgbClr val="1D212E"/>
              </a:buClr>
              <a:buFont typeface="Amazon Ember Light" panose="020B0403020204020204" pitchFamily="34" charset="0"/>
              <a:buChar char="»"/>
              <a:tabLst>
                <a:tab pos="91440" algn="l"/>
              </a:tabLst>
              <a:defRPr sz="20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201738" indent="-231775">
              <a:lnSpc>
                <a:spcPct val="100000"/>
              </a:lnSpc>
              <a:spcBef>
                <a:spcPts val="0"/>
              </a:spcBef>
              <a:spcAft>
                <a:spcPts val="600"/>
              </a:spcAft>
              <a:buClr>
                <a:srgbClr val="1D212E"/>
              </a:buClr>
              <a:buFont typeface="Amazon Ember Light" panose="020B0403020204020204" pitchFamily="34" charset="0"/>
              <a:buChar char="»"/>
              <a:tabLst>
                <a:tab pos="91440" algn="l"/>
              </a:tabLst>
              <a:defRPr sz="18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defTabSz="91440">
              <a:buClr>
                <a:srgbClr val="1D212E"/>
              </a:buClr>
              <a:buFont typeface="System Font Regular"/>
              <a:buNone/>
              <a:tabLst>
                <a:tab pos="91440" algn="l"/>
              </a:tabLst>
              <a:defRPr/>
            </a:lvl5pPr>
          </a:lstStyle>
          <a:p>
            <a:pPr lvl="0"/>
            <a:r>
              <a:rPr lang="en-US"/>
              <a:t>Use bullets sparingly, keep text brief</a:t>
            </a:r>
          </a:p>
          <a:p>
            <a:pPr lvl="1"/>
            <a:r>
              <a:rPr lang="en-US"/>
              <a:t>Second level</a:t>
            </a:r>
          </a:p>
          <a:p>
            <a:pPr lvl="2"/>
            <a:r>
              <a:rPr lang="en-US"/>
              <a:t>Third level</a:t>
            </a:r>
          </a:p>
          <a:p>
            <a:pPr lvl="3"/>
            <a:r>
              <a:rPr lang="en-US"/>
              <a:t>Fourth level</a:t>
            </a:r>
          </a:p>
        </p:txBody>
      </p:sp>
      <p:pic>
        <p:nvPicPr>
          <p:cNvPr id="4" name="Picture 3">
            <a:extLst>
              <a:ext uri="{FF2B5EF4-FFF2-40B4-BE49-F238E27FC236}">
                <a16:creationId xmlns:a16="http://schemas.microsoft.com/office/drawing/2014/main" id="{225CE444-046D-C7DC-0963-42C49861463D}"/>
              </a:ext>
            </a:extLst>
          </p:cNvPr>
          <p:cNvPicPr>
            <a:picLocks noChangeAspect="1"/>
          </p:cNvPicPr>
          <p:nvPr userDrawn="1"/>
        </p:nvPicPr>
        <p:blipFill>
          <a:blip r:embed="rId3"/>
          <a:stretch>
            <a:fillRect/>
          </a:stretch>
        </p:blipFill>
        <p:spPr>
          <a:xfrm>
            <a:off x="11461580" y="6208593"/>
            <a:ext cx="553221" cy="494462"/>
          </a:xfrm>
          <a:prstGeom prst="rect">
            <a:avLst/>
          </a:prstGeom>
        </p:spPr>
      </p:pic>
      <p:sp>
        <p:nvSpPr>
          <p:cNvPr id="12" name="TextBox 11">
            <a:extLst>
              <a:ext uri="{FF2B5EF4-FFF2-40B4-BE49-F238E27FC236}">
                <a16:creationId xmlns:a16="http://schemas.microsoft.com/office/drawing/2014/main" id="{EAF8BD9B-3CFB-4592-953A-7F43D6058DE7}"/>
              </a:ext>
            </a:extLst>
          </p:cNvPr>
          <p:cNvSpPr txBox="1"/>
          <p:nvPr userDrawn="1"/>
        </p:nvSpPr>
        <p:spPr>
          <a:xfrm>
            <a:off x="94046" y="6503765"/>
            <a:ext cx="1928718" cy="307777"/>
          </a:xfrm>
          <a:prstGeom prst="rect">
            <a:avLst/>
          </a:prstGeom>
          <a:noFill/>
        </p:spPr>
        <p:txBody>
          <a:bodyPr wrap="square" rtlCol="0">
            <a:spAutoFit/>
          </a:bodyPr>
          <a:lstStyle/>
          <a:p>
            <a:r>
              <a:rPr lang="en-US" sz="1400"/>
              <a:t>Amazon Confidential</a:t>
            </a:r>
          </a:p>
        </p:txBody>
      </p:sp>
    </p:spTree>
    <p:extLst>
      <p:ext uri="{BB962C8B-B14F-4D97-AF65-F5344CB8AC3E}">
        <p14:creationId xmlns:p14="http://schemas.microsoft.com/office/powerpoint/2010/main" val="74100828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2_Final">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94903AE-57F0-C240-B10F-0DC23B38C5B2}"/>
              </a:ext>
            </a:extLst>
          </p:cNvPr>
          <p:cNvSpPr/>
          <p:nvPr userDrawn="1"/>
        </p:nvSpPr>
        <p:spPr>
          <a:xfrm>
            <a:off x="-1" y="-1"/>
            <a:ext cx="12192000" cy="6858000"/>
          </a:xfrm>
          <a:prstGeom prst="rect">
            <a:avLst/>
          </a:prstGeom>
          <a:solidFill>
            <a:srgbClr val="1D21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D212E"/>
              </a:solidFill>
              <a:effectLst/>
              <a:highlight>
                <a:srgbClr val="1D212E"/>
              </a:highlight>
              <a:uLnTx/>
              <a:uFillTx/>
              <a:latin typeface="Amazon Ember Light"/>
              <a:ea typeface="+mn-ea"/>
              <a:cs typeface="+mn-cs"/>
            </a:endParaRPr>
          </a:p>
        </p:txBody>
      </p:sp>
      <p:sp>
        <p:nvSpPr>
          <p:cNvPr id="2" name="TextBox 1">
            <a:extLst>
              <a:ext uri="{FF2B5EF4-FFF2-40B4-BE49-F238E27FC236}">
                <a16:creationId xmlns:a16="http://schemas.microsoft.com/office/drawing/2014/main" id="{CEEE5780-BFB7-4409-9FDC-8B11B0E11B2A}"/>
              </a:ext>
            </a:extLst>
          </p:cNvPr>
          <p:cNvSpPr txBox="1"/>
          <p:nvPr userDrawn="1"/>
        </p:nvSpPr>
        <p:spPr bwMode="white">
          <a:xfrm>
            <a:off x="2177143" y="4908008"/>
            <a:ext cx="7837715" cy="110799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600" b="0" i="0" u="none" strike="noStrike" kern="1200" cap="none" spc="0" normalizeH="0" baseline="0" noProof="0">
                <a:ln>
                  <a:noFill/>
                </a:ln>
                <a:solidFill>
                  <a:srgbClr val="F4F4F4"/>
                </a:solidFill>
                <a:effectLst/>
                <a:uLnTx/>
                <a:uFillTx/>
                <a:latin typeface="Amazon Ember Light"/>
                <a:ea typeface="+mn-ea"/>
                <a:cs typeface="+mn-cs"/>
              </a:rPr>
              <a:t>Thank you!</a:t>
            </a:r>
          </a:p>
        </p:txBody>
      </p:sp>
      <p:pic>
        <p:nvPicPr>
          <p:cNvPr id="54" name="Picture 53">
            <a:extLst>
              <a:ext uri="{FF2B5EF4-FFF2-40B4-BE49-F238E27FC236}">
                <a16:creationId xmlns:a16="http://schemas.microsoft.com/office/drawing/2014/main" id="{E3A2FFBD-EF37-39FC-76A0-CCD27D3D9FFF}"/>
              </a:ext>
            </a:extLst>
          </p:cNvPr>
          <p:cNvPicPr>
            <a:picLocks noChangeAspect="1"/>
          </p:cNvPicPr>
          <p:nvPr userDrawn="1"/>
        </p:nvPicPr>
        <p:blipFill>
          <a:blip r:embed="rId2"/>
          <a:stretch>
            <a:fillRect/>
          </a:stretch>
        </p:blipFill>
        <p:spPr>
          <a:xfrm>
            <a:off x="3946979" y="1066472"/>
            <a:ext cx="4298041" cy="3841536"/>
          </a:xfrm>
          <a:prstGeom prst="rect">
            <a:avLst/>
          </a:prstGeom>
        </p:spPr>
      </p:pic>
    </p:spTree>
    <p:extLst>
      <p:ext uri="{BB962C8B-B14F-4D97-AF65-F5344CB8AC3E}">
        <p14:creationId xmlns:p14="http://schemas.microsoft.com/office/powerpoint/2010/main" val="345776363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cSld name="Topic Introduction">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88A78E8-6AA2-E26A-BE84-51DCD543A1DF}"/>
              </a:ext>
            </a:extLst>
          </p:cNvPr>
          <p:cNvSpPr/>
          <p:nvPr/>
        </p:nvSpPr>
        <p:spPr>
          <a:xfrm>
            <a:off x="0" y="11648"/>
            <a:ext cx="4434840" cy="6858000"/>
          </a:xfrm>
          <a:prstGeom prst="rect">
            <a:avLst/>
          </a:prstGeom>
          <a:gradFill flip="none" rotWithShape="1">
            <a:gsLst>
              <a:gs pos="0">
                <a:srgbClr val="47008F">
                  <a:lumMod val="90000"/>
                  <a:lumOff val="10000"/>
                </a:srgbClr>
              </a:gs>
              <a:gs pos="23000">
                <a:srgbClr val="47008F">
                  <a:lumMod val="97000"/>
                  <a:lumOff val="3000"/>
                </a:srgbClr>
              </a:gs>
              <a:gs pos="69000">
                <a:srgbClr val="47008F">
                  <a:lumMod val="83000"/>
                </a:srgbClr>
              </a:gs>
              <a:gs pos="97000">
                <a:srgbClr val="47008F">
                  <a:lumMod val="73000"/>
                </a:srgb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Slide Number">
            <a:extLst>
              <a:ext uri="{FF2B5EF4-FFF2-40B4-BE49-F238E27FC236}">
                <a16:creationId xmlns:a16="http://schemas.microsoft.com/office/drawing/2014/main" id="{E7A23F66-1657-489E-8769-B7CCC9F020A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4" name="Title">
            <a:extLst>
              <a:ext uri="{FF2B5EF4-FFF2-40B4-BE49-F238E27FC236}">
                <a16:creationId xmlns:a16="http://schemas.microsoft.com/office/drawing/2014/main" id="{F2D32D74-0FC6-414A-96C5-2549942CD64E}"/>
              </a:ext>
            </a:extLst>
          </p:cNvPr>
          <p:cNvSpPr>
            <a:spLocks noGrp="1"/>
          </p:cNvSpPr>
          <p:nvPr>
            <p:ph type="title" idx="1" hasCustomPrompt="1"/>
          </p:nvPr>
        </p:nvSpPr>
        <p:spPr>
          <a:xfrm>
            <a:off x="243242" y="292099"/>
            <a:ext cx="4062057" cy="1866901"/>
          </a:xfrm>
        </p:spPr>
        <p:txBody>
          <a:bodyPr anchor="t">
            <a:noAutofit/>
          </a:bodyPr>
          <a:lstStyle>
            <a:lvl1pPr algn="ctr">
              <a:lnSpc>
                <a:spcPct val="100000"/>
              </a:lnSpc>
              <a:defRPr sz="3600">
                <a:solidFill>
                  <a:srgbClr val="F1F3F3"/>
                </a:solidFill>
                <a:latin typeface="Amazon Ember Display Heavy"/>
              </a:defRPr>
            </a:lvl1pPr>
          </a:lstStyle>
          <a:p>
            <a:r>
              <a:rPr lang="en-US"/>
              <a:t>Type title here</a:t>
            </a:r>
          </a:p>
        </p:txBody>
      </p:sp>
      <p:sp>
        <p:nvSpPr>
          <p:cNvPr id="2" name="LeftPlaceholder">
            <a:extLst>
              <a:ext uri="{FF2B5EF4-FFF2-40B4-BE49-F238E27FC236}">
                <a16:creationId xmlns:a16="http://schemas.microsoft.com/office/drawing/2014/main" id="{84AC47C1-092B-4DE6-902E-A0B393854995}"/>
              </a:ext>
              <a:ext uri="{C183D7F6-B498-43B3-948B-1728B52AA6E4}">
                <adec:decorative xmlns:adec="http://schemas.microsoft.com/office/drawing/2017/decorative" val="1"/>
              </a:ext>
            </a:extLst>
          </p:cNvPr>
          <p:cNvSpPr>
            <a:spLocks noGrp="1"/>
          </p:cNvSpPr>
          <p:nvPr>
            <p:ph idx="2" hasCustomPrompt="1"/>
          </p:nvPr>
        </p:nvSpPr>
        <p:spPr>
          <a:xfrm>
            <a:off x="246888" y="2434960"/>
            <a:ext cx="4060392" cy="3657600"/>
          </a:xfrm>
        </p:spPr>
        <p:txBody>
          <a:bodyPr anchor="t">
            <a:noAutofit/>
          </a:bodyPr>
          <a:lstStyle>
            <a:lvl1pPr marL="0" indent="0" algn="ctr">
              <a:buNone/>
              <a:defRPr>
                <a:solidFill>
                  <a:srgbClr val="F1F3F3"/>
                </a:solidFill>
                <a:latin typeface="+mn-lt"/>
              </a:defRPr>
            </a:lvl1pPr>
          </a:lstStyle>
          <a:p>
            <a:r>
              <a:rPr lang="en-US"/>
              <a:t>Click to add image</a:t>
            </a:r>
          </a:p>
        </p:txBody>
      </p:sp>
      <p:sp>
        <p:nvSpPr>
          <p:cNvPr id="3" name="Content">
            <a:extLst>
              <a:ext uri="{FF2B5EF4-FFF2-40B4-BE49-F238E27FC236}">
                <a16:creationId xmlns:a16="http://schemas.microsoft.com/office/drawing/2014/main" id="{E88E0D0B-F719-4929-9A45-08A3503393CA}"/>
              </a:ext>
            </a:extLst>
          </p:cNvPr>
          <p:cNvSpPr>
            <a:spLocks noGrp="1"/>
          </p:cNvSpPr>
          <p:nvPr>
            <p:ph type="body" idx="3" hasCustomPrompt="1"/>
          </p:nvPr>
        </p:nvSpPr>
        <p:spPr>
          <a:xfrm>
            <a:off x="4592635" y="292099"/>
            <a:ext cx="7239701" cy="6142651"/>
          </a:xfrm>
        </p:spPr>
        <p:txBody>
          <a:bodyPr>
            <a:noAutofit/>
          </a:bodyPr>
          <a:lstStyle>
            <a:lvl1pPr>
              <a:lnSpc>
                <a:spcPct val="100000"/>
              </a:lnSpc>
              <a:spcAft>
                <a:spcPts val="600"/>
              </a:spcAft>
              <a:buClr>
                <a:schemeClr val="tx2"/>
              </a:buClr>
              <a:defRPr sz="2800">
                <a:solidFill>
                  <a:srgbClr val="232F3E"/>
                </a:solidFill>
                <a:latin typeface="+mn-lt"/>
              </a:defRPr>
            </a:lvl1pPr>
            <a:lvl2pPr marL="461963" indent="-228600">
              <a:lnSpc>
                <a:spcPct val="100000"/>
              </a:lnSpc>
              <a:spcAft>
                <a:spcPts val="600"/>
              </a:spcAft>
              <a:buClr>
                <a:schemeClr val="tx2"/>
              </a:buClr>
              <a:defRPr sz="2400">
                <a:solidFill>
                  <a:srgbClr val="232F3E"/>
                </a:solidFill>
                <a:latin typeface="+mn-lt"/>
              </a:defRPr>
            </a:lvl2pPr>
            <a:lvl3pPr marL="684213" indent="-228600">
              <a:lnSpc>
                <a:spcPct val="100000"/>
              </a:lnSpc>
              <a:spcAft>
                <a:spcPts val="600"/>
              </a:spcAft>
              <a:buClr>
                <a:schemeClr val="tx2"/>
              </a:buClr>
              <a:defRPr sz="2200">
                <a:solidFill>
                  <a:srgbClr val="232F3E"/>
                </a:solidFill>
                <a:latin typeface="+mn-lt"/>
              </a:defRPr>
            </a:lvl3pPr>
            <a:lvl4pPr marL="914400" indent="-228600">
              <a:lnSpc>
                <a:spcPct val="100000"/>
              </a:lnSpc>
              <a:spcAft>
                <a:spcPts val="600"/>
              </a:spcAft>
              <a:buClr>
                <a:schemeClr val="tx2"/>
              </a:buClr>
              <a:defRPr sz="1800">
                <a:solidFill>
                  <a:srgbClr val="232F3E"/>
                </a:solidFill>
                <a:latin typeface="+mn-lt"/>
              </a:defRPr>
            </a:lvl4pPr>
            <a:lvl5pPr marL="1144588" indent="-228600">
              <a:lnSpc>
                <a:spcPct val="100000"/>
              </a:lnSpc>
              <a:spcAft>
                <a:spcPts val="600"/>
              </a:spcAft>
              <a:buClr>
                <a:schemeClr val="tx2"/>
              </a:buClr>
              <a:defRPr sz="1800">
                <a:solidFill>
                  <a:srgbClr val="232F3E"/>
                </a:solidFill>
                <a:latin typeface="+mn-lt"/>
              </a:defRPr>
            </a:lvl5pPr>
            <a:lvl7pPr marL="2743200" indent="0">
              <a:buNone/>
              <a:defRPr/>
            </a:lvl7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257204384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secHead">
  <p:cSld name="Quote slide">
    <p:bg>
      <p:bgPr>
        <a:gradFill>
          <a:gsLst>
            <a:gs pos="0">
              <a:srgbClr val="47008F">
                <a:lumMod val="90000"/>
                <a:lumOff val="10000"/>
              </a:srgbClr>
            </a:gs>
            <a:gs pos="23000">
              <a:srgbClr val="47008F">
                <a:lumMod val="97000"/>
                <a:lumOff val="3000"/>
              </a:srgbClr>
            </a:gs>
            <a:gs pos="69000">
              <a:srgbClr val="47008F">
                <a:lumMod val="83000"/>
              </a:srgbClr>
            </a:gs>
            <a:gs pos="97000">
              <a:srgbClr val="47008F">
                <a:lumMod val="73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FEA5D771-1E37-4674-A454-5B6A887E81B8}"/>
              </a:ext>
            </a:extLst>
          </p:cNvPr>
          <p:cNvSpPr>
            <a:spLocks noGrp="1"/>
          </p:cNvSpPr>
          <p:nvPr>
            <p:ph type="title" idx="1" hasCustomPrompt="1"/>
          </p:nvPr>
        </p:nvSpPr>
        <p:spPr>
          <a:xfrm>
            <a:off x="365760" y="2435469"/>
            <a:ext cx="11472013" cy="1960803"/>
          </a:xfrm>
        </p:spPr>
        <p:txBody>
          <a:bodyPr anchor="ctr">
            <a:normAutofit/>
          </a:bodyPr>
          <a:lstStyle>
            <a:lvl1pPr>
              <a:defRPr sz="4000">
                <a:solidFill>
                  <a:schemeClr val="bg2"/>
                </a:solidFill>
                <a:latin typeface="Amazon Ember Display Heavy"/>
              </a:defRPr>
            </a:lvl1pPr>
          </a:lstStyle>
          <a:p>
            <a:r>
              <a:rPr lang="en-US"/>
              <a:t>“Enter quote here”</a:t>
            </a:r>
          </a:p>
        </p:txBody>
      </p:sp>
      <p:sp>
        <p:nvSpPr>
          <p:cNvPr id="2" name="Attribution">
            <a:extLst>
              <a:ext uri="{FF2B5EF4-FFF2-40B4-BE49-F238E27FC236}">
                <a16:creationId xmlns:a16="http://schemas.microsoft.com/office/drawing/2014/main" id="{0DEABB21-C29F-4E2E-AADE-6FBA5EF95AF4}"/>
              </a:ext>
            </a:extLst>
          </p:cNvPr>
          <p:cNvSpPr>
            <a:spLocks noGrp="1"/>
          </p:cNvSpPr>
          <p:nvPr>
            <p:ph type="body" idx="2" hasCustomPrompt="1"/>
          </p:nvPr>
        </p:nvSpPr>
        <p:spPr>
          <a:xfrm>
            <a:off x="6096000" y="4624991"/>
            <a:ext cx="5741773" cy="770066"/>
          </a:xfrm>
        </p:spPr>
        <p:txBody>
          <a:bodyPr>
            <a:noAutofit/>
          </a:bodyPr>
          <a:lstStyle>
            <a:lvl1pPr marL="0" indent="0">
              <a:buNone/>
              <a:defRPr sz="2800">
                <a:solidFill>
                  <a:schemeClr val="bg2"/>
                </a:solidFill>
              </a:defRPr>
            </a:lvl1pPr>
          </a:lstStyle>
          <a:p>
            <a:r>
              <a:rPr lang="en-US"/>
              <a:t>- Attribution</a:t>
            </a:r>
          </a:p>
        </p:txBody>
      </p:sp>
    </p:spTree>
    <p:extLst>
      <p:ext uri="{BB962C8B-B14F-4D97-AF65-F5344CB8AC3E}">
        <p14:creationId xmlns:p14="http://schemas.microsoft.com/office/powerpoint/2010/main" val="58169895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Title and Content">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F3CAEA78-64D9-4CA8-84AB-317B5F555D3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a:t>Title and text column</a:t>
            </a:r>
          </a:p>
        </p:txBody>
      </p:sp>
      <p:sp>
        <p:nvSpPr>
          <p:cNvPr id="2" name="Content">
            <a:extLst>
              <a:ext uri="{FF2B5EF4-FFF2-40B4-BE49-F238E27FC236}">
                <a16:creationId xmlns:a16="http://schemas.microsoft.com/office/drawing/2014/main" id="{C4E502B2-1435-4BCB-BD77-B9E6CB7B3BF5}"/>
              </a:ext>
            </a:extLst>
          </p:cNvPr>
          <p:cNvSpPr>
            <a:spLocks noGrp="1"/>
          </p:cNvSpPr>
          <p:nvPr>
            <p:ph idx="2" hasCustomPrompt="1"/>
          </p:nvPr>
        </p:nvSpPr>
        <p:spPr>
          <a:xfrm>
            <a:off x="365760" y="1165536"/>
            <a:ext cx="11466576" cy="5262696"/>
          </a:xfrm>
        </p:spPr>
        <p:txBody>
          <a:bodyPr>
            <a:noAutofit/>
          </a:bodyPr>
          <a:lstStyle>
            <a:lvl1pPr>
              <a:lnSpc>
                <a:spcPct val="100000"/>
              </a:lnSpc>
              <a:spcBef>
                <a:spcPts val="1000"/>
              </a:spcBef>
              <a:spcAft>
                <a:spcPts val="600"/>
              </a:spcAft>
              <a:buClr>
                <a:schemeClr val="tx2"/>
              </a:buClr>
              <a:defRPr>
                <a:solidFill>
                  <a:srgbClr val="232F3E"/>
                </a:solidFill>
              </a:defRPr>
            </a:lvl1pPr>
            <a:lvl2pPr marL="457200" indent="-223838">
              <a:lnSpc>
                <a:spcPct val="100000"/>
              </a:lnSpc>
              <a:spcBef>
                <a:spcPts val="500"/>
              </a:spcBef>
              <a:spcAft>
                <a:spcPts val="600"/>
              </a:spcAft>
              <a:buClr>
                <a:schemeClr val="tx2"/>
              </a:buClr>
              <a:tabLst/>
              <a:defRPr>
                <a:solidFill>
                  <a:srgbClr val="232F3E"/>
                </a:solidFill>
              </a:defRPr>
            </a:lvl2pPr>
            <a:lvl3pPr marL="685800" indent="-228600">
              <a:lnSpc>
                <a:spcPct val="100000"/>
              </a:lnSpc>
              <a:spcBef>
                <a:spcPts val="500"/>
              </a:spcBef>
              <a:spcAft>
                <a:spcPts val="600"/>
              </a:spcAft>
              <a:buClr>
                <a:schemeClr val="tx2"/>
              </a:buClr>
              <a:tabLst/>
              <a:defRPr sz="2000">
                <a:solidFill>
                  <a:srgbClr val="232F3E"/>
                </a:solidFill>
              </a:defRPr>
            </a:lvl3pPr>
            <a:lvl4pPr marL="914400" indent="-228600">
              <a:lnSpc>
                <a:spcPct val="100000"/>
              </a:lnSpc>
              <a:spcBef>
                <a:spcPts val="500"/>
              </a:spcBef>
              <a:spcAft>
                <a:spcPts val="600"/>
              </a:spcAft>
              <a:buClr>
                <a:schemeClr val="tx2"/>
              </a:buClr>
              <a:tabLst/>
              <a:defRPr>
                <a:solidFill>
                  <a:srgbClr val="232F3E"/>
                </a:solidFill>
              </a:defRPr>
            </a:lvl4pPr>
            <a:lvl5pPr marL="1147763" indent="-233363">
              <a:lnSpc>
                <a:spcPct val="100000"/>
              </a:lnSpc>
              <a:spcBef>
                <a:spcPts val="500"/>
              </a:spcBef>
              <a:spcAft>
                <a:spcPts val="600"/>
              </a:spcAft>
              <a:buClr>
                <a:schemeClr val="tx2"/>
              </a:buClr>
              <a:buFont typeface="Arial" panose="020B0604020202020204" pitchFamily="34" charset="0"/>
              <a:buChar char="•"/>
              <a:tabLst/>
              <a:defRPr sz="18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339579005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Slide">
    <p:bg>
      <p:bgPr>
        <a:gradFill flip="none" rotWithShape="1">
          <a:gsLst>
            <a:gs pos="40000">
              <a:srgbClr val="330066"/>
            </a:gs>
            <a:gs pos="0">
              <a:srgbClr val="2C2C2C"/>
            </a:gs>
            <a:gs pos="100000">
              <a:srgbClr val="2C2C2C"/>
            </a:gs>
            <a:gs pos="75000">
              <a:srgbClr val="0070C0"/>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86A8BF56-6CB3-514C-9A64-F39D95C9E25B}" type="slidenum">
              <a:rPr lang="en-US" smtClean="0"/>
              <a:t>‹#›</a:t>
            </a:fld>
            <a:endParaRPr lang="en-US"/>
          </a:p>
        </p:txBody>
      </p:sp>
      <p:sp>
        <p:nvSpPr>
          <p:cNvPr id="5" name="Title 4">
            <a:extLst>
              <a:ext uri="{FF2B5EF4-FFF2-40B4-BE49-F238E27FC236}">
                <a16:creationId xmlns:a16="http://schemas.microsoft.com/office/drawing/2014/main" id="{08D269A5-D107-2782-1600-9CFF8B439252}"/>
              </a:ext>
            </a:extLst>
          </p:cNvPr>
          <p:cNvSpPr>
            <a:spLocks noGrp="1"/>
          </p:cNvSpPr>
          <p:nvPr>
            <p:ph type="title" idx="1" hasCustomPrompt="1"/>
          </p:nvPr>
        </p:nvSpPr>
        <p:spPr>
          <a:xfrm>
            <a:off x="401652" y="1565366"/>
            <a:ext cx="11430684" cy="2194560"/>
          </a:xfrm>
        </p:spPr>
        <p:txBody>
          <a:bodyPr anchor="b">
            <a:normAutofit/>
          </a:bodyPr>
          <a:lstStyle>
            <a:lvl1pPr>
              <a:defRPr sz="4800" b="1" i="0">
                <a:solidFill>
                  <a:srgbClr val="F1F3F3"/>
                </a:solidFill>
                <a:latin typeface="Amazon Ember Heavy" panose="020B0603020204020204" pitchFamily="34" charset="0"/>
                <a:ea typeface="Amazon Ember Heavy" panose="020B0603020204020204" pitchFamily="34" charset="0"/>
                <a:cs typeface="Amazon Ember Heavy" panose="020B0603020204020204" pitchFamily="34" charset="0"/>
              </a:defRPr>
            </a:lvl1pPr>
          </a:lstStyle>
          <a:p>
            <a:r>
              <a:rPr lang="en-US"/>
              <a:t>Enter lesson title</a:t>
            </a:r>
          </a:p>
        </p:txBody>
      </p:sp>
      <p:sp>
        <p:nvSpPr>
          <p:cNvPr id="6" name="Text Placeholder 5">
            <a:extLst>
              <a:ext uri="{FF2B5EF4-FFF2-40B4-BE49-F238E27FC236}">
                <a16:creationId xmlns:a16="http://schemas.microsoft.com/office/drawing/2014/main" id="{56B61F05-1C18-7A17-A21D-C93186B1401A}"/>
              </a:ext>
            </a:extLst>
          </p:cNvPr>
          <p:cNvSpPr>
            <a:spLocks noGrp="1"/>
          </p:cNvSpPr>
          <p:nvPr>
            <p:ph type="body" idx="2" hasCustomPrompt="1"/>
          </p:nvPr>
        </p:nvSpPr>
        <p:spPr>
          <a:xfrm>
            <a:off x="401652" y="4072344"/>
            <a:ext cx="8412479" cy="548641"/>
          </a:xfrm>
        </p:spPr>
        <p:txBody>
          <a:bodyPr>
            <a:normAutofit/>
          </a:bodyPr>
          <a:lstStyle>
            <a:lvl1pPr marL="0" indent="0">
              <a:buNone/>
              <a:defRPr sz="3200" i="1">
                <a:solidFill>
                  <a:srgbClr val="F1F3F3"/>
                </a:solidFill>
                <a:latin typeface="+mn-lt"/>
              </a:defRPr>
            </a:lvl1pPr>
          </a:lstStyle>
          <a:p>
            <a:r>
              <a:rPr lang="en-US"/>
              <a:t>Enter course name</a:t>
            </a:r>
          </a:p>
        </p:txBody>
      </p:sp>
      <p:sp>
        <p:nvSpPr>
          <p:cNvPr id="8" name="Text Placeholder 5">
            <a:extLst>
              <a:ext uri="{FF2B5EF4-FFF2-40B4-BE49-F238E27FC236}">
                <a16:creationId xmlns:a16="http://schemas.microsoft.com/office/drawing/2014/main" id="{98007F72-4142-F93E-B4D8-E79E478801B1}"/>
              </a:ext>
            </a:extLst>
          </p:cNvPr>
          <p:cNvSpPr>
            <a:spLocks noGrp="1"/>
          </p:cNvSpPr>
          <p:nvPr>
            <p:ph type="body" idx="98" hasCustomPrompt="1"/>
          </p:nvPr>
        </p:nvSpPr>
        <p:spPr>
          <a:xfrm>
            <a:off x="401652" y="4743994"/>
            <a:ext cx="5486400" cy="548640"/>
          </a:xfrm>
        </p:spPr>
        <p:txBody>
          <a:bodyPr>
            <a:normAutofit/>
          </a:bodyPr>
          <a:lstStyle>
            <a:lvl1pPr marL="0" indent="0">
              <a:buNone/>
              <a:defRPr sz="2800">
                <a:solidFill>
                  <a:srgbClr val="F1F3F3"/>
                </a:solidFill>
                <a:latin typeface="+mn-lt"/>
              </a:defRPr>
            </a:lvl1pPr>
          </a:lstStyle>
          <a:p>
            <a:r>
              <a:rPr lang="en-US"/>
              <a:t>Module # - Lesson #</a:t>
            </a:r>
          </a:p>
        </p:txBody>
      </p:sp>
    </p:spTree>
    <p:extLst>
      <p:ext uri="{BB962C8B-B14F-4D97-AF65-F5344CB8AC3E}">
        <p14:creationId xmlns:p14="http://schemas.microsoft.com/office/powerpoint/2010/main" val="4129039759"/>
      </p:ext>
    </p:extLst>
  </p:cSld>
  <p:clrMapOvr>
    <a:masterClrMapping/>
  </p:clrMapOvr>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secHead" preserve="1">
  <p:cSld name="Quote slide">
    <p:bg>
      <p:bgPr>
        <a:gradFill>
          <a:gsLst>
            <a:gs pos="0">
              <a:srgbClr val="47008F">
                <a:lumMod val="90000"/>
                <a:lumOff val="10000"/>
              </a:srgbClr>
            </a:gs>
            <a:gs pos="23000">
              <a:srgbClr val="47008F">
                <a:lumMod val="97000"/>
                <a:lumOff val="3000"/>
              </a:srgbClr>
            </a:gs>
            <a:gs pos="69000">
              <a:srgbClr val="47008F">
                <a:lumMod val="83000"/>
              </a:srgbClr>
            </a:gs>
            <a:gs pos="97000">
              <a:srgbClr val="47008F">
                <a:lumMod val="73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FEA5D771-1E37-4674-A454-5B6A887E81B8}"/>
              </a:ext>
            </a:extLst>
          </p:cNvPr>
          <p:cNvSpPr>
            <a:spLocks noGrp="1"/>
          </p:cNvSpPr>
          <p:nvPr>
            <p:ph type="title" idx="1" hasCustomPrompt="1"/>
          </p:nvPr>
        </p:nvSpPr>
        <p:spPr>
          <a:xfrm>
            <a:off x="365760" y="2435469"/>
            <a:ext cx="11472013" cy="1960803"/>
          </a:xfrm>
        </p:spPr>
        <p:txBody>
          <a:bodyPr anchor="ctr">
            <a:normAutofit/>
          </a:bodyPr>
          <a:lstStyle>
            <a:lvl1pPr>
              <a:defRPr sz="4000">
                <a:solidFill>
                  <a:schemeClr val="bg2"/>
                </a:solidFill>
                <a:latin typeface="Amazon Ember Display Heavy"/>
              </a:defRPr>
            </a:lvl1pPr>
          </a:lstStyle>
          <a:p>
            <a:r>
              <a:rPr lang="en-US"/>
              <a:t>“Enter quote here”</a:t>
            </a:r>
          </a:p>
        </p:txBody>
      </p:sp>
      <p:sp>
        <p:nvSpPr>
          <p:cNvPr id="2" name="Attribution">
            <a:extLst>
              <a:ext uri="{FF2B5EF4-FFF2-40B4-BE49-F238E27FC236}">
                <a16:creationId xmlns:a16="http://schemas.microsoft.com/office/drawing/2014/main" id="{0DEABB21-C29F-4E2E-AADE-6FBA5EF95AF4}"/>
              </a:ext>
            </a:extLst>
          </p:cNvPr>
          <p:cNvSpPr>
            <a:spLocks noGrp="1"/>
          </p:cNvSpPr>
          <p:nvPr>
            <p:ph type="body" idx="2" hasCustomPrompt="1"/>
          </p:nvPr>
        </p:nvSpPr>
        <p:spPr>
          <a:xfrm>
            <a:off x="6096000" y="4624991"/>
            <a:ext cx="5741773" cy="770066"/>
          </a:xfrm>
        </p:spPr>
        <p:txBody>
          <a:bodyPr>
            <a:noAutofit/>
          </a:bodyPr>
          <a:lstStyle>
            <a:lvl1pPr marL="0" indent="0">
              <a:buNone/>
              <a:defRPr sz="2800">
                <a:solidFill>
                  <a:schemeClr val="bg2"/>
                </a:solidFill>
              </a:defRPr>
            </a:lvl1pPr>
          </a:lstStyle>
          <a:p>
            <a:r>
              <a:rPr lang="en-US"/>
              <a:t>- Attribution</a:t>
            </a:r>
          </a:p>
        </p:txBody>
      </p:sp>
    </p:spTree>
    <p:extLst>
      <p:ext uri="{BB962C8B-B14F-4D97-AF65-F5344CB8AC3E}">
        <p14:creationId xmlns:p14="http://schemas.microsoft.com/office/powerpoint/2010/main" val="73443843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Topic Introduction">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88A78E8-6AA2-E26A-BE84-51DCD543A1DF}"/>
              </a:ext>
            </a:extLst>
          </p:cNvPr>
          <p:cNvSpPr/>
          <p:nvPr/>
        </p:nvSpPr>
        <p:spPr>
          <a:xfrm>
            <a:off x="0" y="11648"/>
            <a:ext cx="4434840" cy="6858000"/>
          </a:xfrm>
          <a:prstGeom prst="rect">
            <a:avLst/>
          </a:prstGeom>
          <a:gradFill flip="none" rotWithShape="1">
            <a:gsLst>
              <a:gs pos="0">
                <a:srgbClr val="47008F">
                  <a:lumMod val="90000"/>
                  <a:lumOff val="10000"/>
                </a:srgbClr>
              </a:gs>
              <a:gs pos="23000">
                <a:srgbClr val="47008F">
                  <a:lumMod val="97000"/>
                  <a:lumOff val="3000"/>
                </a:srgbClr>
              </a:gs>
              <a:gs pos="69000">
                <a:srgbClr val="47008F">
                  <a:lumMod val="83000"/>
                </a:srgbClr>
              </a:gs>
              <a:gs pos="97000">
                <a:srgbClr val="47008F">
                  <a:lumMod val="73000"/>
                </a:srgb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Slide Number">
            <a:extLst>
              <a:ext uri="{FF2B5EF4-FFF2-40B4-BE49-F238E27FC236}">
                <a16:creationId xmlns:a16="http://schemas.microsoft.com/office/drawing/2014/main" id="{E7A23F66-1657-489E-8769-B7CCC9F020A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4" name="Title">
            <a:extLst>
              <a:ext uri="{FF2B5EF4-FFF2-40B4-BE49-F238E27FC236}">
                <a16:creationId xmlns:a16="http://schemas.microsoft.com/office/drawing/2014/main" id="{F2D32D74-0FC6-414A-96C5-2549942CD64E}"/>
              </a:ext>
            </a:extLst>
          </p:cNvPr>
          <p:cNvSpPr>
            <a:spLocks noGrp="1"/>
          </p:cNvSpPr>
          <p:nvPr>
            <p:ph type="title" idx="1" hasCustomPrompt="1"/>
          </p:nvPr>
        </p:nvSpPr>
        <p:spPr>
          <a:xfrm>
            <a:off x="243242" y="292099"/>
            <a:ext cx="4062057" cy="1866901"/>
          </a:xfrm>
        </p:spPr>
        <p:txBody>
          <a:bodyPr anchor="t">
            <a:noAutofit/>
          </a:bodyPr>
          <a:lstStyle>
            <a:lvl1pPr algn="ctr">
              <a:lnSpc>
                <a:spcPct val="100000"/>
              </a:lnSpc>
              <a:defRPr sz="3600">
                <a:solidFill>
                  <a:srgbClr val="F1F3F3"/>
                </a:solidFill>
                <a:latin typeface="Amazon Ember Display Heavy"/>
              </a:defRPr>
            </a:lvl1pPr>
          </a:lstStyle>
          <a:p>
            <a:r>
              <a:rPr lang="en-US"/>
              <a:t>Type title here</a:t>
            </a:r>
          </a:p>
        </p:txBody>
      </p:sp>
      <p:sp>
        <p:nvSpPr>
          <p:cNvPr id="2" name="LeftPlaceholder">
            <a:extLst>
              <a:ext uri="{FF2B5EF4-FFF2-40B4-BE49-F238E27FC236}">
                <a16:creationId xmlns:a16="http://schemas.microsoft.com/office/drawing/2014/main" id="{84AC47C1-092B-4DE6-902E-A0B393854995}"/>
              </a:ext>
              <a:ext uri="{C183D7F6-B498-43B3-948B-1728B52AA6E4}">
                <adec:decorative xmlns:adec="http://schemas.microsoft.com/office/drawing/2017/decorative" val="1"/>
              </a:ext>
            </a:extLst>
          </p:cNvPr>
          <p:cNvSpPr>
            <a:spLocks noGrp="1"/>
          </p:cNvSpPr>
          <p:nvPr>
            <p:ph idx="2" hasCustomPrompt="1"/>
          </p:nvPr>
        </p:nvSpPr>
        <p:spPr>
          <a:xfrm>
            <a:off x="246888" y="2434960"/>
            <a:ext cx="4060392" cy="3657600"/>
          </a:xfrm>
        </p:spPr>
        <p:txBody>
          <a:bodyPr anchor="t">
            <a:noAutofit/>
          </a:bodyPr>
          <a:lstStyle>
            <a:lvl1pPr marL="0" indent="0" algn="ctr">
              <a:buNone/>
              <a:defRPr>
                <a:solidFill>
                  <a:srgbClr val="F1F3F3"/>
                </a:solidFill>
                <a:latin typeface="+mn-lt"/>
              </a:defRPr>
            </a:lvl1pPr>
          </a:lstStyle>
          <a:p>
            <a:r>
              <a:rPr lang="en-US"/>
              <a:t>Click to add image</a:t>
            </a:r>
          </a:p>
        </p:txBody>
      </p:sp>
      <p:sp>
        <p:nvSpPr>
          <p:cNvPr id="3" name="Content">
            <a:extLst>
              <a:ext uri="{FF2B5EF4-FFF2-40B4-BE49-F238E27FC236}">
                <a16:creationId xmlns:a16="http://schemas.microsoft.com/office/drawing/2014/main" id="{E88E0D0B-F719-4929-9A45-08A3503393CA}"/>
              </a:ext>
            </a:extLst>
          </p:cNvPr>
          <p:cNvSpPr>
            <a:spLocks noGrp="1"/>
          </p:cNvSpPr>
          <p:nvPr>
            <p:ph type="body" idx="3" hasCustomPrompt="1"/>
          </p:nvPr>
        </p:nvSpPr>
        <p:spPr>
          <a:xfrm>
            <a:off x="4592635" y="292099"/>
            <a:ext cx="7239701" cy="6142651"/>
          </a:xfrm>
        </p:spPr>
        <p:txBody>
          <a:bodyPr>
            <a:noAutofit/>
          </a:bodyPr>
          <a:lstStyle>
            <a:lvl1pPr>
              <a:lnSpc>
                <a:spcPct val="100000"/>
              </a:lnSpc>
              <a:spcAft>
                <a:spcPts val="600"/>
              </a:spcAft>
              <a:buClr>
                <a:schemeClr val="tx2"/>
              </a:buClr>
              <a:defRPr sz="2800">
                <a:solidFill>
                  <a:srgbClr val="232F3E"/>
                </a:solidFill>
                <a:latin typeface="+mn-lt"/>
              </a:defRPr>
            </a:lvl1pPr>
            <a:lvl2pPr marL="461963" indent="-228600">
              <a:lnSpc>
                <a:spcPct val="100000"/>
              </a:lnSpc>
              <a:spcAft>
                <a:spcPts val="600"/>
              </a:spcAft>
              <a:buClr>
                <a:schemeClr val="tx2"/>
              </a:buClr>
              <a:defRPr sz="2400">
                <a:solidFill>
                  <a:srgbClr val="232F3E"/>
                </a:solidFill>
                <a:latin typeface="+mn-lt"/>
              </a:defRPr>
            </a:lvl2pPr>
            <a:lvl3pPr marL="684213" indent="-228600">
              <a:lnSpc>
                <a:spcPct val="100000"/>
              </a:lnSpc>
              <a:spcAft>
                <a:spcPts val="600"/>
              </a:spcAft>
              <a:buClr>
                <a:schemeClr val="tx2"/>
              </a:buClr>
              <a:defRPr sz="2200">
                <a:solidFill>
                  <a:srgbClr val="232F3E"/>
                </a:solidFill>
                <a:latin typeface="+mn-lt"/>
              </a:defRPr>
            </a:lvl3pPr>
            <a:lvl4pPr marL="914400" indent="-228600">
              <a:lnSpc>
                <a:spcPct val="100000"/>
              </a:lnSpc>
              <a:spcAft>
                <a:spcPts val="600"/>
              </a:spcAft>
              <a:buClr>
                <a:schemeClr val="tx2"/>
              </a:buClr>
              <a:defRPr sz="1800">
                <a:solidFill>
                  <a:srgbClr val="232F3E"/>
                </a:solidFill>
                <a:latin typeface="+mn-lt"/>
              </a:defRPr>
            </a:lvl4pPr>
            <a:lvl5pPr marL="1144588" indent="-228600">
              <a:lnSpc>
                <a:spcPct val="100000"/>
              </a:lnSpc>
              <a:spcAft>
                <a:spcPts val="600"/>
              </a:spcAft>
              <a:buClr>
                <a:schemeClr val="tx2"/>
              </a:buClr>
              <a:defRPr sz="1800">
                <a:solidFill>
                  <a:srgbClr val="232F3E"/>
                </a:solidFill>
                <a:latin typeface="+mn-lt"/>
              </a:defRPr>
            </a:lvl5pPr>
            <a:lvl7pPr marL="2743200" indent="0">
              <a:buNone/>
              <a:defRPr/>
            </a:lvl7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158626965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and Content">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F3CAEA78-64D9-4CA8-84AB-317B5F555D3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a:t>Title and text column</a:t>
            </a:r>
          </a:p>
        </p:txBody>
      </p:sp>
      <p:sp>
        <p:nvSpPr>
          <p:cNvPr id="2" name="Content">
            <a:extLst>
              <a:ext uri="{FF2B5EF4-FFF2-40B4-BE49-F238E27FC236}">
                <a16:creationId xmlns:a16="http://schemas.microsoft.com/office/drawing/2014/main" id="{C4E502B2-1435-4BCB-BD77-B9E6CB7B3BF5}"/>
              </a:ext>
            </a:extLst>
          </p:cNvPr>
          <p:cNvSpPr>
            <a:spLocks noGrp="1"/>
          </p:cNvSpPr>
          <p:nvPr>
            <p:ph idx="2" hasCustomPrompt="1"/>
          </p:nvPr>
        </p:nvSpPr>
        <p:spPr>
          <a:xfrm>
            <a:off x="365760" y="1165536"/>
            <a:ext cx="11466576" cy="5262696"/>
          </a:xfrm>
        </p:spPr>
        <p:txBody>
          <a:bodyPr>
            <a:noAutofit/>
          </a:bodyPr>
          <a:lstStyle>
            <a:lvl1pPr>
              <a:lnSpc>
                <a:spcPct val="100000"/>
              </a:lnSpc>
              <a:spcBef>
                <a:spcPts val="1000"/>
              </a:spcBef>
              <a:spcAft>
                <a:spcPts val="600"/>
              </a:spcAft>
              <a:buClr>
                <a:schemeClr val="tx2"/>
              </a:buClr>
              <a:defRPr>
                <a:solidFill>
                  <a:srgbClr val="232F3E"/>
                </a:solidFill>
              </a:defRPr>
            </a:lvl1pPr>
            <a:lvl2pPr marL="457200" indent="-223838">
              <a:lnSpc>
                <a:spcPct val="100000"/>
              </a:lnSpc>
              <a:spcBef>
                <a:spcPts val="500"/>
              </a:spcBef>
              <a:spcAft>
                <a:spcPts val="600"/>
              </a:spcAft>
              <a:buClr>
                <a:schemeClr val="tx2"/>
              </a:buClr>
              <a:tabLst/>
              <a:defRPr>
                <a:solidFill>
                  <a:srgbClr val="232F3E"/>
                </a:solidFill>
              </a:defRPr>
            </a:lvl2pPr>
            <a:lvl3pPr marL="685800" indent="-228600">
              <a:lnSpc>
                <a:spcPct val="100000"/>
              </a:lnSpc>
              <a:spcBef>
                <a:spcPts val="500"/>
              </a:spcBef>
              <a:spcAft>
                <a:spcPts val="600"/>
              </a:spcAft>
              <a:buClr>
                <a:schemeClr val="tx2"/>
              </a:buClr>
              <a:tabLst/>
              <a:defRPr sz="2000">
                <a:solidFill>
                  <a:srgbClr val="232F3E"/>
                </a:solidFill>
              </a:defRPr>
            </a:lvl3pPr>
            <a:lvl4pPr marL="914400" indent="-228600">
              <a:lnSpc>
                <a:spcPct val="100000"/>
              </a:lnSpc>
              <a:spcBef>
                <a:spcPts val="500"/>
              </a:spcBef>
              <a:spcAft>
                <a:spcPts val="600"/>
              </a:spcAft>
              <a:buClr>
                <a:schemeClr val="tx2"/>
              </a:buClr>
              <a:tabLst/>
              <a:defRPr>
                <a:solidFill>
                  <a:srgbClr val="232F3E"/>
                </a:solidFill>
              </a:defRPr>
            </a:lvl4pPr>
            <a:lvl5pPr marL="1147763" indent="-233363">
              <a:lnSpc>
                <a:spcPct val="100000"/>
              </a:lnSpc>
              <a:spcBef>
                <a:spcPts val="500"/>
              </a:spcBef>
              <a:spcAft>
                <a:spcPts val="600"/>
              </a:spcAft>
              <a:buClr>
                <a:schemeClr val="tx2"/>
              </a:buClr>
              <a:buFont typeface="Arial" panose="020B0604020202020204" pitchFamily="34" charset="0"/>
              <a:buChar char="•"/>
              <a:tabLst/>
              <a:defRPr sz="18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7851952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x" preserve="1">
  <p:cSld name="Title and Code">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1AA7B286-8B48-4C92-B2A9-AADCF2EEA2A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a:t>Title and code</a:t>
            </a:r>
          </a:p>
        </p:txBody>
      </p:sp>
      <p:sp>
        <p:nvSpPr>
          <p:cNvPr id="2" name="Code">
            <a:extLst>
              <a:ext uri="{FF2B5EF4-FFF2-40B4-BE49-F238E27FC236}">
                <a16:creationId xmlns:a16="http://schemas.microsoft.com/office/drawing/2014/main" id="{D77EFECE-400E-4BAA-A766-7DD8A1117BBC}"/>
              </a:ext>
            </a:extLst>
          </p:cNvPr>
          <p:cNvSpPr>
            <a:spLocks noGrp="1"/>
          </p:cNvSpPr>
          <p:nvPr>
            <p:ph type="body" idx="2" hasCustomPrompt="1"/>
          </p:nvPr>
        </p:nvSpPr>
        <p:spPr>
          <a:xfrm>
            <a:off x="365760" y="1183340"/>
            <a:ext cx="11466576" cy="5244891"/>
          </a:xfrm>
        </p:spPr>
        <p:txBody>
          <a:bodyPr>
            <a:noAutofit/>
          </a:bodyPr>
          <a:lstStyle>
            <a:lvl1pPr marL="0" indent="0">
              <a:spcBef>
                <a:spcPts val="0"/>
              </a:spcBef>
              <a:buNone/>
              <a:defRPr sz="1600">
                <a:solidFill>
                  <a:srgbClr val="232F3E"/>
                </a:solidFill>
                <a:latin typeface="Lucida Console" panose="020B0609040504020204" pitchFamily="49" charset="0"/>
              </a:defRPr>
            </a:lvl1pPr>
          </a:lstStyle>
          <a:p>
            <a:pPr lvl="0"/>
            <a:r>
              <a:rPr lang="en-US"/>
              <a:t># Import libraries</a:t>
            </a:r>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a:t>from </a:t>
            </a:r>
            <a:r>
              <a:rPr lang="en-US" err="1"/>
              <a:t>autogluon.tabular</a:t>
            </a:r>
            <a:r>
              <a:rPr lang="en-US"/>
              <a:t> import </a:t>
            </a:r>
            <a:r>
              <a:rPr lang="en-US" err="1"/>
              <a:t>TabularPredictor</a:t>
            </a:r>
            <a:endParaRPr lang="en-US"/>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endParaRPr lang="en-US"/>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a:t># Create the model</a:t>
            </a:r>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a:t>predictor = </a:t>
            </a:r>
            <a:r>
              <a:rPr lang="en-US" err="1"/>
              <a:t>TabularPredictor</a:t>
            </a:r>
            <a:r>
              <a:rPr lang="en-US"/>
              <a:t>(label="Price").fit("</a:t>
            </a:r>
            <a:r>
              <a:rPr lang="en-US" err="1"/>
              <a:t>train.csv</a:t>
            </a:r>
            <a:r>
              <a:rPr lang="en-US"/>
              <a:t>")</a:t>
            </a:r>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endParaRPr lang="en-US"/>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a:t># Get predictions</a:t>
            </a:r>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a:t>predictions = </a:t>
            </a:r>
            <a:r>
              <a:rPr lang="en-US" err="1"/>
              <a:t>predictor.predict</a:t>
            </a:r>
            <a:r>
              <a:rPr lang="en-US"/>
              <a:t>("</a:t>
            </a:r>
            <a:r>
              <a:rPr lang="en-US" err="1"/>
              <a:t>test.csv</a:t>
            </a:r>
            <a:r>
              <a:rPr lang="en-US"/>
              <a:t>")</a:t>
            </a:r>
          </a:p>
        </p:txBody>
      </p:sp>
    </p:spTree>
    <p:custDataLst>
      <p:tags r:id="rId1"/>
    </p:custDataLst>
    <p:extLst>
      <p:ext uri="{BB962C8B-B14F-4D97-AF65-F5344CB8AC3E}">
        <p14:creationId xmlns:p14="http://schemas.microsoft.com/office/powerpoint/2010/main" val="82910491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Title, Text, and Small Picture">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ECDF26F2-E972-40FE-806F-12B056EA9DC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3"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2/3 Column, and picture</a:t>
            </a:r>
          </a:p>
        </p:txBody>
      </p:sp>
      <p:sp>
        <p:nvSpPr>
          <p:cNvPr id="2" name="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097280"/>
            <a:ext cx="7644384" cy="5330952"/>
          </a:xfrm>
        </p:spPr>
        <p:txBody>
          <a:bodyPr>
            <a:noAutofit/>
          </a:bodyPr>
          <a:lstStyle>
            <a:lvl1pPr>
              <a:lnSpc>
                <a:spcPct val="100000"/>
              </a:lnSpc>
              <a:spcBef>
                <a:spcPts val="1000"/>
              </a:spcBef>
              <a:spcAft>
                <a:spcPts val="600"/>
              </a:spcAft>
              <a:buClr>
                <a:schemeClr val="tx2"/>
              </a:buClr>
              <a:defRPr>
                <a:solidFill>
                  <a:srgbClr val="232F3E"/>
                </a:solidFill>
              </a:defRPr>
            </a:lvl1pPr>
            <a:lvl2pPr marL="461963" indent="-228600">
              <a:lnSpc>
                <a:spcPct val="100000"/>
              </a:lnSpc>
              <a:spcBef>
                <a:spcPts val="500"/>
              </a:spcBef>
              <a:spcAft>
                <a:spcPts val="600"/>
              </a:spcAft>
              <a:buClr>
                <a:schemeClr val="tx2"/>
              </a:buClr>
              <a:defRPr>
                <a:solidFill>
                  <a:srgbClr val="232F3E"/>
                </a:solidFill>
              </a:defRPr>
            </a:lvl2pPr>
            <a:lvl3pPr marL="682625" indent="-228600">
              <a:lnSpc>
                <a:spcPct val="100000"/>
              </a:lnSpc>
              <a:spcBef>
                <a:spcPts val="500"/>
              </a:spcBef>
              <a:spcAft>
                <a:spcPts val="600"/>
              </a:spcAft>
              <a:buClr>
                <a:schemeClr val="tx2"/>
              </a:buClr>
              <a:defRPr sz="2200">
                <a:solidFill>
                  <a:srgbClr val="232F3E"/>
                </a:solidFill>
              </a:defRPr>
            </a:lvl3pPr>
            <a:lvl4pPr marL="914400" indent="-228600">
              <a:lnSpc>
                <a:spcPct val="100000"/>
              </a:lnSpc>
              <a:spcBef>
                <a:spcPts val="500"/>
              </a:spcBef>
              <a:spcAft>
                <a:spcPts val="600"/>
              </a:spcAft>
              <a:buClr>
                <a:schemeClr val="tx2"/>
              </a:buClr>
              <a:defRPr sz="2000">
                <a:solidFill>
                  <a:srgbClr val="232F3E"/>
                </a:solidFill>
              </a:defRPr>
            </a:lvl4pPr>
            <a:lvl5pPr marL="1146175" indent="-228600">
              <a:lnSpc>
                <a:spcPct val="100000"/>
              </a:lnSpc>
              <a:spcBef>
                <a:spcPts val="500"/>
              </a:spcBef>
              <a:spcAft>
                <a:spcPts val="600"/>
              </a:spcAft>
              <a:buClr>
                <a:schemeClr val="tx2"/>
              </a:buClr>
              <a:defRPr sz="18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22"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8498586" y="2276856"/>
            <a:ext cx="2971800" cy="2971800"/>
          </a:xfrm>
        </p:spPr>
        <p:txBody>
          <a:bodyPr anchor="t">
            <a:noAutofit/>
          </a:bodyPr>
          <a:lstStyle>
            <a:lvl1pPr marL="0" indent="0" algn="ctr">
              <a:buNone/>
              <a:defRPr sz="2000">
                <a:solidFill>
                  <a:srgbClr val="232F3E"/>
                </a:solidFill>
              </a:defRPr>
            </a:lvl1pPr>
          </a:lstStyle>
          <a:p>
            <a:r>
              <a:rPr lang="en-US"/>
              <a:t>Click icon to add image</a:t>
            </a:r>
          </a:p>
        </p:txBody>
      </p:sp>
    </p:spTree>
    <p:custDataLst>
      <p:tags r:id="rId1"/>
    </p:custDataLst>
    <p:extLst>
      <p:ext uri="{BB962C8B-B14F-4D97-AF65-F5344CB8AC3E}">
        <p14:creationId xmlns:p14="http://schemas.microsoft.com/office/powerpoint/2010/main" val="142995361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and 2 Content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DDE84D45-638C-4BCD-B539-05F38F37CF3D}"/>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79271B92-68F7-439C-8199-7E16014A674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4"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defRPr>
            </a:lvl1pPr>
          </a:lstStyle>
          <a:p>
            <a:r>
              <a:rPr lang="en-US">
                <a:latin typeface="Amazon Ember Display Heavy" panose="04020705040A02060702" pitchFamily="82" charset="0"/>
              </a:rPr>
              <a:t>Title and 2 content columns</a:t>
            </a:r>
          </a:p>
        </p:txBody>
      </p:sp>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5669280" cy="5330952"/>
          </a:xfrm>
        </p:spPr>
        <p:txBody>
          <a:bodyPr>
            <a:noAutofit/>
          </a:bodyPr>
          <a:lstStyle>
            <a:lvl1pPr>
              <a:lnSpc>
                <a:spcPct val="100000"/>
              </a:lnSpc>
              <a:spcAft>
                <a:spcPts val="600"/>
              </a:spcAft>
              <a:defRPr sz="2800">
                <a:solidFill>
                  <a:srgbClr val="232F3E"/>
                </a:solidFill>
              </a:defRPr>
            </a:lvl1pPr>
            <a:lvl2pPr marL="461963"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3" name="Content Right">
            <a:extLst>
              <a:ext uri="{FF2B5EF4-FFF2-40B4-BE49-F238E27FC236}">
                <a16:creationId xmlns:a16="http://schemas.microsoft.com/office/drawing/2014/main" id="{951E617C-D9F7-4098-883E-6A048DBCF862}"/>
              </a:ext>
            </a:extLst>
          </p:cNvPr>
          <p:cNvSpPr>
            <a:spLocks noGrp="1"/>
          </p:cNvSpPr>
          <p:nvPr>
            <p:ph idx="3" hasCustomPrompt="1"/>
          </p:nvPr>
        </p:nvSpPr>
        <p:spPr>
          <a:xfrm>
            <a:off x="6163056" y="1097280"/>
            <a:ext cx="5669280" cy="5330952"/>
          </a:xfrm>
        </p:spPr>
        <p:txBody>
          <a:bodyPr>
            <a:noAutofit/>
          </a:bodyPr>
          <a:lstStyle>
            <a:lvl1pPr>
              <a:lnSpc>
                <a:spcPct val="100000"/>
              </a:lnSpc>
              <a:spcAft>
                <a:spcPts val="600"/>
              </a:spcAft>
              <a:defRPr sz="2800">
                <a:solidFill>
                  <a:srgbClr val="232F3E"/>
                </a:solidFill>
              </a:defRPr>
            </a:lvl1pPr>
            <a:lvl2pPr marL="461963"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126867621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1AA7B286-8B48-4C92-B2A9-AADCF2EEA2A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a:t>Title only</a:t>
            </a:r>
          </a:p>
        </p:txBody>
      </p:sp>
    </p:spTree>
    <p:custDataLst>
      <p:tags r:id="rId1"/>
    </p:custDataLst>
    <p:extLst>
      <p:ext uri="{BB962C8B-B14F-4D97-AF65-F5344CB8AC3E}">
        <p14:creationId xmlns:p14="http://schemas.microsoft.com/office/powerpoint/2010/main" val="59602983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optional">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a:t>Title optional</a:t>
            </a:r>
          </a:p>
        </p:txBody>
      </p:sp>
    </p:spTree>
    <p:custDataLst>
      <p:tags r:id="rId1"/>
    </p:custDataLst>
    <p:extLst>
      <p:ext uri="{BB962C8B-B14F-4D97-AF65-F5344CB8AC3E}">
        <p14:creationId xmlns:p14="http://schemas.microsoft.com/office/powerpoint/2010/main" val="355329781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hank You">
    <p:bg>
      <p:bgPr>
        <a:gradFill flip="none" rotWithShape="1">
          <a:gsLst>
            <a:gs pos="0">
              <a:srgbClr val="2C2C2C"/>
            </a:gs>
            <a:gs pos="40000">
              <a:srgbClr val="330066"/>
            </a:gs>
            <a:gs pos="75000">
              <a:srgbClr val="0070C0"/>
            </a:gs>
            <a:gs pos="97000">
              <a:srgbClr val="2C2C2C"/>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86A8BF56-6CB3-514C-9A64-F39D95C9E25B}" type="slidenum">
              <a:rPr lang="en-US" smtClean="0"/>
              <a:t>‹#›</a:t>
            </a:fld>
            <a:endParaRPr lang="en-US"/>
          </a:p>
        </p:txBody>
      </p:sp>
      <p:sp>
        <p:nvSpPr>
          <p:cNvPr id="4" name="TextBox 3">
            <a:extLst>
              <a:ext uri="{FF2B5EF4-FFF2-40B4-BE49-F238E27FC236}">
                <a16:creationId xmlns:a16="http://schemas.microsoft.com/office/drawing/2014/main" id="{D71A17E9-D485-4DA4-B2AE-3F2D6BBB097D}"/>
              </a:ext>
            </a:extLst>
          </p:cNvPr>
          <p:cNvSpPr txBox="1"/>
          <p:nvPr/>
        </p:nvSpPr>
        <p:spPr>
          <a:xfrm>
            <a:off x="6671462" y="5121212"/>
            <a:ext cx="4415246" cy="769441"/>
          </a:xfrm>
          <a:prstGeom prst="rect">
            <a:avLst/>
          </a:prstGeom>
          <a:noFill/>
        </p:spPr>
        <p:txBody>
          <a:bodyPr wrap="square" rtlCol="0">
            <a:spAutoFit/>
          </a:bodyPr>
          <a:lstStyle/>
          <a:p>
            <a:pPr algn="ctr"/>
            <a:r>
              <a:rPr lang="en-US" sz="4400">
                <a:solidFill>
                  <a:schemeClr val="bg1"/>
                </a:solidFill>
              </a:rPr>
              <a:t>Thank you!</a:t>
            </a:r>
          </a:p>
        </p:txBody>
      </p:sp>
      <p:grpSp>
        <p:nvGrpSpPr>
          <p:cNvPr id="5" name="Group 4">
            <a:extLst>
              <a:ext uri="{FF2B5EF4-FFF2-40B4-BE49-F238E27FC236}">
                <a16:creationId xmlns:a16="http://schemas.microsoft.com/office/drawing/2014/main" id="{3603BAED-C218-4493-92DB-15D5FF4C08C1}"/>
              </a:ext>
            </a:extLst>
          </p:cNvPr>
          <p:cNvGrpSpPr/>
          <p:nvPr/>
        </p:nvGrpSpPr>
        <p:grpSpPr>
          <a:xfrm>
            <a:off x="7405848" y="2400065"/>
            <a:ext cx="2946474" cy="2615329"/>
            <a:chOff x="3288681" y="1271382"/>
            <a:chExt cx="3657600" cy="3246535"/>
          </a:xfrm>
        </p:grpSpPr>
        <p:grpSp>
          <p:nvGrpSpPr>
            <p:cNvPr id="8" name="Group 7">
              <a:extLst>
                <a:ext uri="{FF2B5EF4-FFF2-40B4-BE49-F238E27FC236}">
                  <a16:creationId xmlns:a16="http://schemas.microsoft.com/office/drawing/2014/main" id="{97EE457E-20AD-45C7-9922-9F6A90981CF3}"/>
                </a:ext>
              </a:extLst>
            </p:cNvPr>
            <p:cNvGrpSpPr/>
            <p:nvPr/>
          </p:nvGrpSpPr>
          <p:grpSpPr>
            <a:xfrm>
              <a:off x="4520584" y="2134033"/>
              <a:ext cx="1206148" cy="365126"/>
              <a:chOff x="5424840" y="3468510"/>
              <a:chExt cx="1206148" cy="365126"/>
            </a:xfrm>
            <a:solidFill>
              <a:schemeClr val="bg1"/>
            </a:solidFill>
          </p:grpSpPr>
          <p:sp>
            <p:nvSpPr>
              <p:cNvPr id="9" name="Oval 8">
                <a:extLst>
                  <a:ext uri="{FF2B5EF4-FFF2-40B4-BE49-F238E27FC236}">
                    <a16:creationId xmlns:a16="http://schemas.microsoft.com/office/drawing/2014/main" id="{7C872F8E-C191-47BD-A5D0-340D828994BF}"/>
                  </a:ext>
                </a:extLst>
              </p:cNvPr>
              <p:cNvSpPr/>
              <p:nvPr/>
            </p:nvSpPr>
            <p:spPr>
              <a:xfrm>
                <a:off x="5424840" y="3468510"/>
                <a:ext cx="365126" cy="365126"/>
              </a:xfrm>
              <a:prstGeom prst="ellipse">
                <a:avLst/>
              </a:prstGeom>
              <a:grpFill/>
              <a:ln w="1174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DE3F5C2-97FE-480F-B861-BCDAD2A408AC}"/>
                  </a:ext>
                </a:extLst>
              </p:cNvPr>
              <p:cNvSpPr/>
              <p:nvPr/>
            </p:nvSpPr>
            <p:spPr>
              <a:xfrm>
                <a:off x="6265862" y="3468510"/>
                <a:ext cx="365126" cy="365126"/>
              </a:xfrm>
              <a:prstGeom prst="ellipse">
                <a:avLst/>
              </a:prstGeom>
              <a:grpFill/>
              <a:ln w="1174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AAF6B964-0C6D-4A72-AAB3-59AF6B7E5AC7}"/>
                </a:ext>
              </a:extLst>
            </p:cNvPr>
            <p:cNvSpPr/>
            <p:nvPr/>
          </p:nvSpPr>
          <p:spPr>
            <a:xfrm>
              <a:off x="4026378" y="1729398"/>
              <a:ext cx="2194560" cy="1188720"/>
            </a:xfrm>
            <a:prstGeom prst="rect">
              <a:avLst/>
            </a:prstGeom>
            <a:noFill/>
            <a:ln w="1174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E6825AB-CA44-4652-9932-F35604DBDEC4}"/>
                </a:ext>
              </a:extLst>
            </p:cNvPr>
            <p:cNvSpPr/>
            <p:nvPr/>
          </p:nvSpPr>
          <p:spPr>
            <a:xfrm>
              <a:off x="4026378" y="1272198"/>
              <a:ext cx="2194560" cy="457200"/>
            </a:xfrm>
            <a:prstGeom prst="rect">
              <a:avLst/>
            </a:prstGeom>
            <a:noFill/>
            <a:ln w="1174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7B2B4B5E-1650-4605-B6D3-AD8004E2324E}"/>
                </a:ext>
              </a:extLst>
            </p:cNvPr>
            <p:cNvCxnSpPr>
              <a:cxnSpLocks/>
            </p:cNvCxnSpPr>
            <p:nvPr/>
          </p:nvCxnSpPr>
          <p:spPr>
            <a:xfrm>
              <a:off x="3288681" y="1271382"/>
              <a:ext cx="3657600" cy="0"/>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D723D12-12B1-494E-BB81-55C2CC9CF193}"/>
                </a:ext>
              </a:extLst>
            </p:cNvPr>
            <p:cNvCxnSpPr>
              <a:cxnSpLocks/>
            </p:cNvCxnSpPr>
            <p:nvPr/>
          </p:nvCxnSpPr>
          <p:spPr>
            <a:xfrm>
              <a:off x="3621747" y="1325147"/>
              <a:ext cx="0" cy="567545"/>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08C2E83B-9A5C-4B09-8EF1-304F16F06266}"/>
                </a:ext>
              </a:extLst>
            </p:cNvPr>
            <p:cNvSpPr/>
            <p:nvPr/>
          </p:nvSpPr>
          <p:spPr>
            <a:xfrm>
              <a:off x="4575018" y="2917332"/>
              <a:ext cx="1097280" cy="1021580"/>
            </a:xfrm>
            <a:prstGeom prst="rect">
              <a:avLst/>
            </a:prstGeom>
            <a:noFill/>
            <a:ln w="1174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10F5C88A-DF5B-4449-97AC-74904B4DF3B6}"/>
                </a:ext>
              </a:extLst>
            </p:cNvPr>
            <p:cNvGrpSpPr/>
            <p:nvPr/>
          </p:nvGrpSpPr>
          <p:grpSpPr>
            <a:xfrm>
              <a:off x="4297506" y="3097059"/>
              <a:ext cx="1652305" cy="567544"/>
              <a:chOff x="5175577" y="4431536"/>
              <a:chExt cx="1652305" cy="567544"/>
            </a:xfrm>
          </p:grpSpPr>
          <p:cxnSp>
            <p:nvCxnSpPr>
              <p:cNvPr id="17" name="Straight Connector 16">
                <a:extLst>
                  <a:ext uri="{FF2B5EF4-FFF2-40B4-BE49-F238E27FC236}">
                    <a16:creationId xmlns:a16="http://schemas.microsoft.com/office/drawing/2014/main" id="{556C72D9-DCFF-4844-905D-A1FA40AF318A}"/>
                  </a:ext>
                </a:extLst>
              </p:cNvPr>
              <p:cNvCxnSpPr>
                <a:cxnSpLocks/>
              </p:cNvCxnSpPr>
              <p:nvPr/>
            </p:nvCxnSpPr>
            <p:spPr>
              <a:xfrm>
                <a:off x="5175577" y="4431536"/>
                <a:ext cx="0" cy="567544"/>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ACD66E4-DCDC-423C-92F8-A6BCB7C9F7F1}"/>
                  </a:ext>
                </a:extLst>
              </p:cNvPr>
              <p:cNvCxnSpPr>
                <a:cxnSpLocks/>
              </p:cNvCxnSpPr>
              <p:nvPr/>
            </p:nvCxnSpPr>
            <p:spPr>
              <a:xfrm>
                <a:off x="6827882" y="4431536"/>
                <a:ext cx="0" cy="567544"/>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D45858A7-4589-4E1D-A7C8-6D1EF02FDDEF}"/>
                </a:ext>
              </a:extLst>
            </p:cNvPr>
            <p:cNvGrpSpPr/>
            <p:nvPr/>
          </p:nvGrpSpPr>
          <p:grpSpPr>
            <a:xfrm>
              <a:off x="4881204" y="3949770"/>
              <a:ext cx="484909" cy="568147"/>
              <a:chOff x="5768311" y="5309299"/>
              <a:chExt cx="484909" cy="568147"/>
            </a:xfrm>
          </p:grpSpPr>
          <p:cxnSp>
            <p:nvCxnSpPr>
              <p:cNvPr id="20" name="Straight Connector 19">
                <a:extLst>
                  <a:ext uri="{FF2B5EF4-FFF2-40B4-BE49-F238E27FC236}">
                    <a16:creationId xmlns:a16="http://schemas.microsoft.com/office/drawing/2014/main" id="{C54C8AC8-EC33-4E49-8D93-3DE13BFC98D8}"/>
                  </a:ext>
                </a:extLst>
              </p:cNvPr>
              <p:cNvCxnSpPr>
                <a:cxnSpLocks/>
              </p:cNvCxnSpPr>
              <p:nvPr/>
            </p:nvCxnSpPr>
            <p:spPr>
              <a:xfrm>
                <a:off x="5768311" y="5309299"/>
                <a:ext cx="0" cy="567545"/>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A20822B-432B-4785-8E1A-968761BFE9C2}"/>
                  </a:ext>
                </a:extLst>
              </p:cNvPr>
              <p:cNvCxnSpPr>
                <a:cxnSpLocks/>
              </p:cNvCxnSpPr>
              <p:nvPr/>
            </p:nvCxnSpPr>
            <p:spPr>
              <a:xfrm>
                <a:off x="6253220" y="5309902"/>
                <a:ext cx="0" cy="567544"/>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Tree>
    <p:custDataLst>
      <p:tags r:id="rId1"/>
    </p:custDataLst>
    <p:extLst>
      <p:ext uri="{BB962C8B-B14F-4D97-AF65-F5344CB8AC3E}">
        <p14:creationId xmlns:p14="http://schemas.microsoft.com/office/powerpoint/2010/main" val="267227655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ext Slide">
    <p:bg>
      <p:bgPr>
        <a:solidFill>
          <a:srgbClr val="F4F4F4"/>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10982A3-A8A9-4567-8879-123E743C8675}"/>
              </a:ext>
            </a:extLst>
          </p:cNvPr>
          <p:cNvSpPr/>
          <p:nvPr userDrawn="1"/>
        </p:nvSpPr>
        <p:spPr>
          <a:xfrm>
            <a:off x="0" y="-3273"/>
            <a:ext cx="12192000" cy="1384301"/>
          </a:xfrm>
          <a:prstGeom prst="rect">
            <a:avLst/>
          </a:prstGeom>
          <a:gradFill flip="none" rotWithShape="1">
            <a:gsLst>
              <a:gs pos="45000">
                <a:schemeClr val="tx2"/>
              </a:gs>
              <a:gs pos="0">
                <a:schemeClr val="tx1"/>
              </a:gs>
              <a:gs pos="79000">
                <a:schemeClr val="accent1"/>
              </a:gs>
              <a:gs pos="100000">
                <a:srgbClr val="7CE8F4"/>
              </a:gs>
            </a:gsLst>
            <a:lin ang="195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13" name="Slide Number Placeholder 5">
            <a:extLst>
              <a:ext uri="{FF2B5EF4-FFF2-40B4-BE49-F238E27FC236}">
                <a16:creationId xmlns:a16="http://schemas.microsoft.com/office/drawing/2014/main" id="{6C283E9D-F50D-439E-8A38-69DC0A8D8C07}"/>
              </a:ext>
            </a:extLst>
          </p:cNvPr>
          <p:cNvSpPr>
            <a:spLocks noGrp="1"/>
          </p:cNvSpPr>
          <p:nvPr>
            <p:ph type="sldNum" sz="quarter" idx="12"/>
          </p:nvPr>
        </p:nvSpPr>
        <p:spPr>
          <a:xfrm>
            <a:off x="7428974" y="6356866"/>
            <a:ext cx="4032605" cy="365125"/>
          </a:xfrm>
          <a:prstGeom prst="rect">
            <a:avLst/>
          </a:prstGeom>
        </p:spPr>
        <p:txBody>
          <a:bodyPr/>
          <a:lstStyle>
            <a:lvl1pPr algn="r">
              <a:defRPr sz="1400">
                <a:solidFill>
                  <a:schemeClr val="tx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613A35D-97EF-7A48-AACF-97D95E22C11E}" type="slidenum">
              <a:rPr kumimoji="0" lang="en-US" sz="1400" b="0" i="0" u="none" strike="noStrike" kern="1200" cap="none" spc="0" normalizeH="0" baseline="0" noProof="0" smtClean="0">
                <a:ln>
                  <a:noFill/>
                </a:ln>
                <a:solidFill>
                  <a:srgbClr val="232F3E"/>
                </a:solidFill>
                <a:effectLst/>
                <a:uLnTx/>
                <a:uFillTx/>
                <a:latin typeface="Amazon Ember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21" name="Title 1">
            <a:extLst>
              <a:ext uri="{FF2B5EF4-FFF2-40B4-BE49-F238E27FC236}">
                <a16:creationId xmlns:a16="http://schemas.microsoft.com/office/drawing/2014/main" id="{9BC1588F-094F-4A81-B38F-FA160FF57D64}"/>
              </a:ext>
            </a:extLst>
          </p:cNvPr>
          <p:cNvSpPr>
            <a:spLocks noGrp="1"/>
          </p:cNvSpPr>
          <p:nvPr>
            <p:ph type="title" hasCustomPrompt="1"/>
          </p:nvPr>
        </p:nvSpPr>
        <p:spPr bwMode="white">
          <a:xfrm>
            <a:off x="648227" y="154945"/>
            <a:ext cx="10928422" cy="1061238"/>
          </a:xfrm>
          <a:prstGeom prst="rect">
            <a:avLst/>
          </a:prstGeom>
        </p:spPr>
        <p:txBody>
          <a:bodyPr>
            <a:normAutofit/>
          </a:bodyPr>
          <a:lstStyle>
            <a:lvl1pPr fontAlgn="t">
              <a:defRPr sz="4400" baseline="0">
                <a:solidFill>
                  <a:schemeClr val="bg1"/>
                </a:solidFill>
                <a:latin typeface="Amazon Ember Medium" panose="020B0603020204030204" pitchFamily="34" charset="0"/>
                <a:ea typeface="Amazon Ember Medium" panose="020B0603020204030204" pitchFamily="34" charset="0"/>
                <a:cs typeface="Amazon Ember Medium" panose="020B0603020204030204" pitchFamily="34" charset="0"/>
              </a:defRPr>
            </a:lvl1pPr>
          </a:lstStyle>
          <a:p>
            <a:r>
              <a:rPr lang="en-US"/>
              <a:t>[Text Slide Style]</a:t>
            </a:r>
          </a:p>
        </p:txBody>
      </p:sp>
      <p:sp>
        <p:nvSpPr>
          <p:cNvPr id="22" name="Text Placeholder 2">
            <a:extLst>
              <a:ext uri="{FF2B5EF4-FFF2-40B4-BE49-F238E27FC236}">
                <a16:creationId xmlns:a16="http://schemas.microsoft.com/office/drawing/2014/main" id="{532D1030-B066-460B-B596-5FF45CA1F896}"/>
              </a:ext>
            </a:extLst>
          </p:cNvPr>
          <p:cNvSpPr>
            <a:spLocks noGrp="1"/>
          </p:cNvSpPr>
          <p:nvPr>
            <p:ph idx="1" hasCustomPrompt="1"/>
          </p:nvPr>
        </p:nvSpPr>
        <p:spPr>
          <a:xfrm>
            <a:off x="648227" y="1673525"/>
            <a:ext cx="10928422" cy="4390845"/>
          </a:xfrm>
          <a:prstGeom prst="rect">
            <a:avLst/>
          </a:prstGeom>
        </p:spPr>
        <p:txBody>
          <a:bodyPr vert="horz" lIns="91440" tIns="45720" rIns="91440" bIns="45720" rtlCol="0">
            <a:noAutofit/>
          </a:bodyPr>
          <a:lstStyle>
            <a:lvl1pPr marL="344488" indent="-344488" defTabSz="91440">
              <a:lnSpc>
                <a:spcPct val="100000"/>
              </a:lnSpc>
              <a:spcBef>
                <a:spcPts val="0"/>
              </a:spcBef>
              <a:spcAft>
                <a:spcPts val="600"/>
              </a:spcAft>
              <a:buClr>
                <a:srgbClr val="1D212E"/>
              </a:buClr>
              <a:buSzPct val="100000"/>
              <a:buFontTx/>
              <a:buBlip>
                <a:blip>
                  <a:extLst>
                    <a:ext uri="{96DAC541-7B7A-43D3-8B79-37D633B846F1}">
                      <asvg:svgBlip xmlns:asvg="http://schemas.microsoft.com/office/drawing/2016/SVG/main" r:embed="rId2"/>
                    </a:ext>
                  </a:extLst>
                </a:blip>
              </a:buBlip>
              <a:tabLst>
                <a:tab pos="227013" algn="l"/>
              </a:tabLst>
              <a:defRPr sz="28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27063" indent="-282575" defTabSz="114300">
              <a:lnSpc>
                <a:spcPct val="100000"/>
              </a:lnSpc>
              <a:spcBef>
                <a:spcPts val="0"/>
              </a:spcBef>
              <a:spcAft>
                <a:spcPts val="600"/>
              </a:spcAft>
              <a:buClr>
                <a:srgbClr val="1D212E"/>
              </a:buClr>
              <a:buFont typeface="Amazon Ember Light" panose="020B0403020204020204" pitchFamily="34" charset="0"/>
              <a:buChar char="»"/>
              <a:tabLst/>
              <a:defRPr sz="24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914400" indent="-225425">
              <a:lnSpc>
                <a:spcPct val="100000"/>
              </a:lnSpc>
              <a:spcBef>
                <a:spcPts val="0"/>
              </a:spcBef>
              <a:spcAft>
                <a:spcPts val="600"/>
              </a:spcAft>
              <a:buClr>
                <a:srgbClr val="1D212E"/>
              </a:buClr>
              <a:buFont typeface="Amazon Ember Light" panose="020B0403020204020204" pitchFamily="34" charset="0"/>
              <a:buChar char="»"/>
              <a:tabLst>
                <a:tab pos="91440" algn="l"/>
              </a:tabLst>
              <a:defRPr sz="20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201738" indent="-231775">
              <a:lnSpc>
                <a:spcPct val="100000"/>
              </a:lnSpc>
              <a:spcBef>
                <a:spcPts val="0"/>
              </a:spcBef>
              <a:spcAft>
                <a:spcPts val="400"/>
              </a:spcAft>
              <a:buClr>
                <a:srgbClr val="1D212E"/>
              </a:buClr>
              <a:buFont typeface="Amazon Ember Light" panose="020B0403020204020204" pitchFamily="34" charset="0"/>
              <a:buChar char="»"/>
              <a:tabLst>
                <a:tab pos="91440" algn="l"/>
              </a:tabLst>
              <a:defRPr sz="18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defTabSz="91440">
              <a:buClr>
                <a:srgbClr val="1D212E"/>
              </a:buClr>
              <a:buFont typeface="System Font Regular"/>
              <a:buNone/>
              <a:tabLst>
                <a:tab pos="91440" algn="l"/>
              </a:tabLst>
              <a:defRPr/>
            </a:lvl5pPr>
          </a:lstStyle>
          <a:p>
            <a:pPr lvl="0"/>
            <a:r>
              <a:rPr lang="en-US"/>
              <a:t>Use bullets sparingly, keep text brief</a:t>
            </a:r>
          </a:p>
          <a:p>
            <a:pPr lvl="1"/>
            <a:r>
              <a:rPr lang="en-US"/>
              <a:t>Second level</a:t>
            </a:r>
          </a:p>
          <a:p>
            <a:pPr lvl="2"/>
            <a:r>
              <a:rPr lang="en-US"/>
              <a:t>Third level</a:t>
            </a:r>
          </a:p>
          <a:p>
            <a:pPr lvl="3"/>
            <a:r>
              <a:rPr lang="en-US"/>
              <a:t>Fourth level</a:t>
            </a:r>
          </a:p>
        </p:txBody>
      </p:sp>
      <p:pic>
        <p:nvPicPr>
          <p:cNvPr id="9" name="Picture 8">
            <a:extLst>
              <a:ext uri="{FF2B5EF4-FFF2-40B4-BE49-F238E27FC236}">
                <a16:creationId xmlns:a16="http://schemas.microsoft.com/office/drawing/2014/main" id="{4C422BB8-0F98-4083-8BAC-3669B47DF864}"/>
              </a:ext>
            </a:extLst>
          </p:cNvPr>
          <p:cNvPicPr>
            <a:picLocks noChangeAspect="1"/>
          </p:cNvPicPr>
          <p:nvPr userDrawn="1"/>
        </p:nvPicPr>
        <p:blipFill>
          <a:blip r:embed="rId3"/>
          <a:stretch>
            <a:fillRect/>
          </a:stretch>
        </p:blipFill>
        <p:spPr>
          <a:xfrm>
            <a:off x="11461580" y="6208593"/>
            <a:ext cx="553221" cy="494462"/>
          </a:xfrm>
          <a:prstGeom prst="rect">
            <a:avLst/>
          </a:prstGeom>
        </p:spPr>
      </p:pic>
    </p:spTree>
    <p:extLst>
      <p:ext uri="{BB962C8B-B14F-4D97-AF65-F5344CB8AC3E}">
        <p14:creationId xmlns:p14="http://schemas.microsoft.com/office/powerpoint/2010/main" val="276360073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theme" Target="../theme/theme1.xml"/><Relationship Id="rId33" Type="http://schemas.openxmlformats.org/officeDocument/2006/relationships/image" Target="../media/image1.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slideLayout" Target="../slideLayouts/slideLayout33.xml"/><Relationship Id="rId3" Type="http://schemas.openxmlformats.org/officeDocument/2006/relationships/slideLayout" Target="../slideLayouts/slideLayout34.xml"/><Relationship Id="rId4" Type="http://schemas.openxmlformats.org/officeDocument/2006/relationships/slideLayout" Target="../slideLayouts/slideLayout35.xml"/><Relationship Id="rId5" Type="http://schemas.openxmlformats.org/officeDocument/2006/relationships/slideLayout" Target="../slideLayouts/slideLayout36.xml"/><Relationship Id="rId6" Type="http://schemas.openxmlformats.org/officeDocument/2006/relationships/slideLayout" Target="../slideLayouts/slideLayout37.xml"/><Relationship Id="rId7" Type="http://schemas.openxmlformats.org/officeDocument/2006/relationships/slideLayout" Target="../slideLayouts/slideLayout38.xml"/><Relationship Id="rId8" Type="http://schemas.openxmlformats.org/officeDocument/2006/relationships/slideLayout" Target="../slideLayouts/slideLayout39.xml"/><Relationship Id="rId9" Type="http://schemas.openxmlformats.org/officeDocument/2006/relationships/slideLayout" Target="../slideLayouts/slideLayout40.xml"/><Relationship Id="rId10" Type="http://schemas.openxmlformats.org/officeDocument/2006/relationships/slideLayout" Target="../slideLayouts/slideLayout41.xml"/><Relationship Id="rId11" Type="http://schemas.openxmlformats.org/officeDocument/2006/relationships/slideLayout" Target="../slideLayouts/slideLayout42.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D44C3B7-20FD-B147-A3A4-C8BFFFAE09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a:ln>
                  <a:noFill/>
                </a:ln>
                <a:solidFill>
                  <a:srgbClr val="232F3E"/>
                </a:solidFill>
                <a:effectLst/>
                <a:uLnTx/>
                <a:uFillTx/>
                <a:latin typeface="Amazon Ember Display Medium" panose="020F0603020204020204" pitchFamily="34" charset="0"/>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232F3E"/>
                </a:solidFill>
                <a:effectLst/>
                <a:uLnTx/>
                <a:uFillTx/>
                <a:latin typeface="Amazon Ember Display Medium" panose="020F0603020204020204" pitchFamily="34" charset="0"/>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232F3E"/>
                </a:solidFill>
                <a:effectLst/>
                <a:uLnTx/>
                <a:uFillTx/>
                <a:latin typeface="Amazon Ember Display Medium" panose="020F0603020204020204" pitchFamily="34" charset="0"/>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232F3E"/>
                </a:solidFill>
                <a:effectLst/>
                <a:uLnTx/>
                <a:uFillTx/>
                <a:latin typeface="Amazon Ember Display Medium" panose="020F0603020204020204" pitchFamily="34" charset="0"/>
                <a:ea typeface="+mn-ea"/>
                <a:cs typeface="+mn-cs"/>
              </a:rPr>
              <a:t>Fourth level</a:t>
            </a:r>
          </a:p>
        </p:txBody>
      </p:sp>
      <p:sp>
        <p:nvSpPr>
          <p:cNvPr id="7" name="Title Placeholder 6">
            <a:extLst>
              <a:ext uri="{FF2B5EF4-FFF2-40B4-BE49-F238E27FC236}">
                <a16:creationId xmlns:a16="http://schemas.microsoft.com/office/drawing/2014/main" id="{E33A41B4-6076-8D44-B789-6151B9301D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2207210076"/>
      </p:ext>
    </p:extLst>
  </p:cSld>
  <p:clrMap bg1="lt1" tx1="dk1" bg2="lt2" tx2="dk2" accent1="accent1" accent2="accent2" accent3="accent3" accent4="accent4" accent5="accent5" accent6="accent6" hlink="hlink" folHlink="folHlink"/>
  <p:sldLayoutIdLst>
    <p:sldLayoutId id="2147483681" r:id="rId1"/>
    <p:sldLayoutId id="2147483695" r:id="rId2"/>
    <p:sldLayoutId id="2147483684" r:id="rId3"/>
    <p:sldLayoutId id="2147483685" r:id="rId4"/>
    <p:sldLayoutId id="2147483686" r:id="rId5"/>
    <p:sldLayoutId id="2147483687" r:id="rId6"/>
    <p:sldLayoutId id="2147483689" r:id="rId7"/>
    <p:sldLayoutId id="2147483690" r:id="rId8"/>
    <p:sldLayoutId id="2147483691" r:id="rId9"/>
    <p:sldLayoutId id="2147483692" r:id="rId10"/>
    <p:sldLayoutId id="2147483693" r:id="rId11"/>
    <p:sldLayoutId id="2147483694" r:id="rId12"/>
    <p:sldLayoutId id="2147483696" r:id="rId13"/>
    <p:sldLayoutId id="2147483698" r:id="rId14"/>
    <p:sldLayoutId id="2147483699" r:id="rId15"/>
    <p:sldLayoutId id="2147483700" r:id="rId16"/>
    <p:sldLayoutId id="2147483713" r:id="rId17"/>
    <p:sldLayoutId id="2147483714" r:id="rId18"/>
    <p:sldLayoutId id="2147483715" r:id="rId19"/>
    <p:sldLayoutId id="2147483716" r:id="rId20"/>
    <p:sldLayoutId id="2147483717" r:id="rId21"/>
    <p:sldLayoutId id="2147483718" r:id="rId22"/>
    <p:sldLayoutId id="2147483731" r:id="rId23"/>
    <p:sldLayoutId id="2147483732" r:id="rId24"/>
    <p:sldLayoutId id="2147483733" r:id="rId25"/>
    <p:sldLayoutId id="2147483734" r:id="rId26"/>
    <p:sldLayoutId id="2147483735" r:id="rId27"/>
    <p:sldLayoutId id="2147483736" r:id="rId28"/>
    <p:sldLayoutId id="2147483748" r:id="rId29"/>
    <p:sldLayoutId id="2147483749" r:id="rId30"/>
    <p:sldLayoutId id="2147483751" r:id="rId31"/>
  </p:sldLayoutIdLst>
  <p:hf hdr="0" ftr="0" dt="0"/>
  <p:txStyles>
    <p:titleStyle>
      <a:lvl1pPr algn="l" defTabSz="914400" rtl="0" eaLnBrk="1" latinLnBrk="0" hangingPunct="1">
        <a:lnSpc>
          <a:spcPct val="90000"/>
        </a:lnSpc>
        <a:spcBef>
          <a:spcPct val="0"/>
        </a:spcBef>
        <a:buNone/>
        <a:defRPr sz="4000" kern="1200" baseline="0">
          <a:solidFill>
            <a:srgbClr val="1D212E"/>
          </a:solidFill>
          <a:latin typeface="Amazon Ember Heavy" panose="020B0603020204020204" pitchFamily="34" charset="0"/>
          <a:ea typeface="+mj-ea"/>
          <a:cs typeface="+mj-cs"/>
        </a:defRPr>
      </a:lvl1pPr>
    </p:titleStyle>
    <p:bodyStyle>
      <a:lvl1pPr marL="228600" marR="0" indent="-228600" algn="l" defTabSz="914400" rtl="0" eaLnBrk="1" fontAlgn="auto" latinLnBrk="0" hangingPunct="1">
        <a:lnSpc>
          <a:spcPct val="90000"/>
        </a:lnSpc>
        <a:spcBef>
          <a:spcPts val="1000"/>
        </a:spcBef>
        <a:spcAft>
          <a:spcPts val="0"/>
        </a:spcAft>
        <a:buClrTx/>
        <a:buSzTx/>
        <a:buFontTx/>
        <a:buBlip>
          <a:blip>
            <a:extLst>
              <a:ext uri="{96DAC541-7B7A-43D3-8B79-37D633B846F1}">
                <asvg:svgBlip xmlns:asvg="http://schemas.microsoft.com/office/drawing/2016/SVG/main" r:embed="rId33"/>
              </a:ext>
            </a:extLst>
          </a:blip>
        </a:buBlip>
        <a:tabLst/>
        <a:defRPr sz="2000" kern="1200" baseline="0">
          <a:solidFill>
            <a:schemeClr val="tx1"/>
          </a:solidFill>
          <a:latin typeface="Amazon Ember Display Medium" panose="020F0603020204020204" pitchFamily="34" charset="0"/>
          <a:ea typeface="+mn-ea"/>
          <a:cs typeface="+mn-cs"/>
        </a:defRPr>
      </a:lvl1pPr>
      <a:lvl2pPr marL="6858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1800" kern="1200" baseline="0">
          <a:solidFill>
            <a:schemeClr val="tx1"/>
          </a:solidFill>
          <a:latin typeface="Amazon Ember Display Medium" panose="020F0603020204020204" pitchFamily="34" charset="0"/>
          <a:ea typeface="+mn-ea"/>
          <a:cs typeface="+mn-cs"/>
        </a:defRPr>
      </a:lvl2pPr>
      <a:lvl3pPr marL="11430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1600" kern="1200" baseline="0">
          <a:solidFill>
            <a:schemeClr val="tx1"/>
          </a:solidFill>
          <a:latin typeface="Amazon Ember Display Medium" panose="020F0603020204020204" pitchFamily="34" charset="0"/>
          <a:ea typeface="+mn-ea"/>
          <a:cs typeface="+mn-cs"/>
        </a:defRPr>
      </a:lvl3pPr>
      <a:lvl4pPr marL="16002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1400" kern="1200" baseline="0">
          <a:solidFill>
            <a:schemeClr val="tx1"/>
          </a:solidFill>
          <a:latin typeface="Amazon Ember Display Medium" panose="020F06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solidFill>
          <a:latin typeface="Amazon Ember Display Medium" panose="020F06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660A97-C945-7E23-15C2-475AD6F8BF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04A53C4-A78A-CD2E-89B3-CD2FFE7B20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B52CC5-1A38-DE62-8363-52CE1BD77C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AE5E3AD-F988-CD40-AC9B-6098AB7FF76E}" type="datetimeFigureOut">
              <a:rPr lang="en-US" smtClean="0"/>
              <a:t>7/13/26</a:t>
            </a:fld>
            <a:endParaRPr lang="en-US"/>
          </a:p>
        </p:txBody>
      </p:sp>
      <p:sp>
        <p:nvSpPr>
          <p:cNvPr id="5" name="Footer Placeholder 4">
            <a:extLst>
              <a:ext uri="{FF2B5EF4-FFF2-40B4-BE49-F238E27FC236}">
                <a16:creationId xmlns:a16="http://schemas.microsoft.com/office/drawing/2014/main" id="{661E41F2-50A9-113B-056C-6BE6BD58E2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D3C3FA1-C7A1-CD77-E55D-96133B5A6E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B6634FC-EF59-D94B-B34D-937E85354626}" type="slidenum">
              <a:rPr lang="en-US" smtClean="0"/>
              <a:t>‹#›</a:t>
            </a:fld>
            <a:endParaRPr lang="en-US"/>
          </a:p>
        </p:txBody>
      </p:sp>
    </p:spTree>
    <p:extLst>
      <p:ext uri="{BB962C8B-B14F-4D97-AF65-F5344CB8AC3E}">
        <p14:creationId xmlns:p14="http://schemas.microsoft.com/office/powerpoint/2010/main" val="670368497"/>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5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2.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xml"/><Relationship Id="rId3"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3.xml"/><Relationship Id="rId5"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5.xml"/><Relationship Id="rId5"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6.xml"/><Relationship Id="rId5"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7.xml"/><Relationship Id="rId5"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8.xml"/><Relationship Id="rId5"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10.xml"/><Relationship Id="rId5"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11.xml"/><Relationship Id="rId5"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12.xml"/><Relationship Id="rId5"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13.xml"/><Relationship Id="rId5"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14.xml"/><Relationship Id="rId5"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16.xml"/><Relationship Id="rId5"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18.xml"/><Relationship Id="rId5"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19.xml"/><Relationship Id="rId5"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20.xml"/><Relationship Id="rId5"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1.xml"/><Relationship Id="rId3"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22.xml"/><Relationship Id="rId5"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23.xml"/><Relationship Id="rId5"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24.xml"/><Relationship Id="rId5"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25.xml"/><Relationship Id="rId5"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26.xml"/><Relationship Id="rId5"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27.xml"/><Relationship Id="rId5"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28.xml"/><Relationship Id="rId5"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 Id="rId3" Type="http://schemas.openxmlformats.org/officeDocument/2006/relationships/image" Target="../media/image1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t>Everything you need is in this folder</a:t>
            </a:r>
          </a:p>
        </p:txBody>
      </p:sp>
      <p:grpSp>
        <p:nvGrpSpPr>
          <p:cNvPr id="3" name="Group 8">
            <a:extLst>
              <a:ext uri="{FF2B5EF4-FFF2-40B4-BE49-F238E27FC236}">
                <a16:creationId xmlns:a16="http://schemas.microsoft.com/office/drawing/2014/main" id="{593AF3B1-3227-FCED-C8F1-E350CFCE8EDA}"/>
              </a:ext>
            </a:extLst>
          </p:cNvPr>
          <p:cNvGrpSpPr/>
          <p:nvPr/>
        </p:nvGrpSpPr>
        <p:grpSpPr>
          <a:xfrm>
            <a:off x="17318" y="6364432"/>
            <a:ext cx="961444" cy="415638"/>
            <a:chOff x="0" y="6364432"/>
            <a:chExt cx="961444" cy="415638"/>
          </a:xfrm>
        </p:grpSpPr>
        <p:pic>
          <p:nvPicPr>
            <p:cNvPr id="4" name="Picture 6" descr="A computer with blue text&#10;&#10;AI-generated content may be incorrect.">
              <a:extLst>
                <a:ext uri="{FF2B5EF4-FFF2-40B4-BE49-F238E27FC236}">
                  <a16:creationId xmlns:a16="http://schemas.microsoft.com/office/drawing/2014/main" id="{2AD2447E-1301-29BD-81D8-8148441ED689}"/>
                </a:ext>
              </a:extLst>
            </p:cNvPr>
            <p:cNvPicPr>
              <a:picLocks noChangeAspect="1"/>
            </p:cNvPicPr>
            <p:nvPr/>
          </p:nvPicPr>
          <p:blipFill>
            <a:blip r:embed="rId2"/>
            <a:stretch>
              <a:fillRect/>
            </a:stretch>
          </p:blipFill>
          <p:spPr>
            <a:xfrm>
              <a:off x="554285" y="6386118"/>
              <a:ext cx="407159" cy="361667"/>
            </a:xfrm>
            <a:prstGeom prst="rect">
              <a:avLst/>
            </a:prstGeom>
          </p:spPr>
        </p:pic>
        <p:pic>
          <p:nvPicPr>
            <p:cNvPr id="5" name="Picture 7" descr="A stack of books with a yellow bookmark&#10;&#10;AI-generated content may be incorrect.">
              <a:extLst>
                <a:ext uri="{FF2B5EF4-FFF2-40B4-BE49-F238E27FC236}">
                  <a16:creationId xmlns:a16="http://schemas.microsoft.com/office/drawing/2014/main" id="{49A4D62C-8B47-FE87-C5CF-BE22C6BDC151}"/>
                </a:ext>
              </a:extLst>
            </p:cNvPr>
            <p:cNvPicPr>
              <a:picLocks noChangeAspect="1"/>
            </p:cNvPicPr>
            <p:nvPr/>
          </p:nvPicPr>
          <p:blipFill>
            <a:blip r:embed="rId3"/>
            <a:stretch>
              <a:fillRect/>
            </a:stretch>
          </p:blipFill>
          <p:spPr>
            <a:xfrm>
              <a:off x="0" y="6364432"/>
              <a:ext cx="467592" cy="415638"/>
            </a:xfrm>
            <a:prstGeom prst="rect">
              <a:avLst/>
            </a:prstGeom>
          </p:spPr>
        </p:pic>
      </p:grpSp>
      <p:sp>
        <p:nvSpPr>
          <p:cNvPr id="6"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pic>
        <p:nvPicPr>
          <p:cNvPr id="7" name="Picture 6" descr="drive-qr.png"/>
          <p:cNvPicPr>
            <a:picLocks noChangeAspect="1"/>
          </p:cNvPicPr>
          <p:nvPr/>
        </p:nvPicPr>
        <p:blipFill>
          <a:blip r:embed="rId4"/>
          <a:stretch>
            <a:fillRect/>
          </a:stretch>
        </p:blipFill>
        <p:spPr>
          <a:xfrm>
            <a:off x="1234440" y="1691640"/>
            <a:ext cx="2788920" cy="2788920"/>
          </a:xfrm>
          <a:prstGeom prst="rect">
            <a:avLst/>
          </a:prstGeom>
        </p:spPr>
      </p:pic>
      <p:sp>
        <p:nvSpPr>
          <p:cNvPr id="8" name="TextBox 7"/>
          <p:cNvSpPr txBox="1"/>
          <p:nvPr/>
        </p:nvSpPr>
        <p:spPr>
          <a:xfrm>
            <a:off x="685800" y="4617720"/>
            <a:ext cx="3886200" cy="777240"/>
          </a:xfrm>
          <a:prstGeom prst="rect">
            <a:avLst/>
          </a:prstGeom>
          <a:noFill/>
        </p:spPr>
        <p:txBody>
          <a:bodyPr wrap="square" anchor="t" lIns="45720" rIns="45720">
            <a:spAutoFit/>
          </a:bodyPr>
          <a:lstStyle/>
          <a:p>
            <a:pPr algn="ctr">
              <a:buNone/>
            </a:pPr>
            <a:r>
              <a:rPr i="1" sz="1700">
                <a:solidFill>
                  <a:srgbClr val="5F6B7A"/>
                </a:solidFill>
              </a:rPr>
              <a:t>Scan it now. You'll need it three times today.</a:t>
            </a:r>
          </a:p>
        </p:txBody>
      </p:sp>
      <p:sp>
        <p:nvSpPr>
          <p:cNvPr id="9" name="Rounded Rectangle 8"/>
          <p:cNvSpPr/>
          <p:nvPr/>
        </p:nvSpPr>
        <p:spPr>
          <a:xfrm>
            <a:off x="5257800" y="1463040"/>
            <a:ext cx="6263640" cy="379476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274320" rIns="274320" tIns="192024" bIns="192024"/>
          <a:lstStyle/>
          <a:p>
            <a:pPr algn="ctr">
              <a:spcAft>
                <a:spcPts val="1000"/>
              </a:spcAft>
              <a:buNone/>
            </a:pPr>
            <a:r>
              <a:rPr i="1" sz="2300">
                <a:solidFill>
                  <a:srgbClr val="232F3E"/>
                </a:solidFill>
              </a:rPr>
              <a:t>What's inside</a:t>
            </a:r>
          </a:p>
          <a:p>
            <a:pPr algn="l" marL="342900" indent="-342900">
              <a:spcAft>
                <a:spcPts val="800"/>
              </a:spcAft>
              <a:buFont typeface="Arial"/>
              <a:buChar char="•"/>
            </a:pPr>
            <a:r>
              <a:rPr b="1" sz="1900">
                <a:solidFill>
                  <a:srgbClr val="156082"/>
                </a:solidFill>
              </a:rPr>
              <a:t>Three build files</a:t>
            </a:r>
            <a:r>
              <a:rPr sz="1900">
                <a:solidFill>
                  <a:srgbClr val="232F3E"/>
                </a:solidFill>
              </a:rPr>
              <a:t> — you build each tool yourself, from these</a:t>
            </a:r>
          </a:p>
          <a:p>
            <a:pPr algn="l" marL="342900" indent="-342900">
              <a:spcAft>
                <a:spcPts val="800"/>
              </a:spcAft>
              <a:buFont typeface="Arial"/>
              <a:buChar char="•"/>
            </a:pPr>
            <a:r>
              <a:rPr b="1" sz="1900">
                <a:solidFill>
                  <a:srgbClr val="156082"/>
                </a:solidFill>
              </a:rPr>
              <a:t>The sample pack</a:t>
            </a:r>
            <a:r>
              <a:rPr sz="1900">
                <a:solidFill>
                  <a:srgbClr val="232F3E"/>
                </a:solidFill>
              </a:rPr>
              <a:t> — one assignment, two rubrics, five students</a:t>
            </a:r>
          </a:p>
          <a:p>
            <a:pPr algn="l" marL="342900" indent="-342900">
              <a:spcAft>
                <a:spcPts val="800"/>
              </a:spcAft>
              <a:buFont typeface="Arial"/>
              <a:buChar char="•"/>
            </a:pPr>
            <a:r>
              <a:rPr b="1" sz="1900">
                <a:solidFill>
                  <a:srgbClr val="156082"/>
                </a:solidFill>
              </a:rPr>
              <a:t>The course reading</a:t>
            </a:r>
            <a:r>
              <a:rPr sz="1900">
                <a:solidFill>
                  <a:srgbClr val="232F3E"/>
                </a:solidFill>
              </a:rPr>
              <a:t> — what “correct” is judged against</a:t>
            </a:r>
          </a:p>
          <a:p>
            <a:pPr algn="l" marL="342900" indent="-342900">
              <a:spcAft>
                <a:spcPts val="800"/>
              </a:spcAft>
              <a:buFont typeface="Arial"/>
              <a:buChar char="•"/>
            </a:pPr>
            <a:r>
              <a:rPr b="1" sz="1900">
                <a:solidFill>
                  <a:srgbClr val="156082"/>
                </a:solidFill>
              </a:rPr>
              <a:t>This deck</a:t>
            </a:r>
            <a:r>
              <a:rPr sz="1900">
                <a:solidFill>
                  <a:srgbClr val="232F3E"/>
                </a:solidFill>
              </a:rPr>
              <a:t>, and the take-home pack</a:t>
            </a:r>
          </a:p>
          <a:p>
            <a:pPr algn="l">
              <a:spcBef>
                <a:spcPts val="1400"/>
              </a:spcBef>
              <a:spcAft>
                <a:spcPts val="800"/>
              </a:spcAft>
              <a:buNone/>
            </a:pPr>
            <a:r>
              <a:rPr i="1" sz="1600">
                <a:solidFill>
                  <a:srgbClr val="5F6B7A"/>
                </a:solidFill>
              </a:rPr>
              <a:t>Nothing is pre-installed. Nothing is pre-built. That is the point — you leave with tools you know how to make again.</a:t>
            </a:r>
          </a:p>
        </p:txBody>
      </p:sp>
      <p:sp>
        <p:nvSpPr>
          <p:cNvPr id="10" name="Rounded Rectangle 9"/>
          <p:cNvSpPr/>
          <p:nvPr/>
        </p:nvSpPr>
        <p:spPr>
          <a:xfrm>
            <a:off x="1463040" y="5468112"/>
            <a:ext cx="9281160" cy="868680"/>
          </a:xfrm>
          <a:prstGeom prst="roundRect">
            <a:avLst>
              <a:gd name="adj" fmla="val 18000"/>
            </a:avLst>
          </a:prstGeom>
          <a:solidFill>
            <a:srgbClr val="0E2841"/>
          </a:solidFill>
          <a:ln>
            <a:noFill/>
          </a:ln>
          <a:effectLst>
            <a:outerShdw blurRad="50800" dist="38100" dir="2700000" algn="tl" rotWithShape="0">
              <a:prstClr val="black">
                <a:alpha val="40000"/>
              </a:prstClr>
            </a:outerShdw>
          </a:effectLst>
        </p:spPr>
        <p:txBody>
          <a:bodyPr rtlCol="0" anchor="ctr" wrap="square" lIns="274320" rIns="274320" tIns="192024" bIns="192024"/>
          <a:lstStyle/>
          <a:p>
            <a:pPr algn="ctr">
              <a:spcAft>
                <a:spcPts val="600"/>
              </a:spcAft>
              <a:buNone/>
            </a:pPr>
            <a:r>
              <a:rPr sz="1700">
                <a:solidFill>
                  <a:srgbClr val="FFFFFF"/>
                </a:solidFill>
              </a:rPr>
              <a:t>Not set up on Amazon Quick yet? It's free — and a volunteer will help you.</a:t>
            </a:r>
          </a:p>
          <a:p>
            <a:pPr algn="ctr">
              <a:spcBef>
                <a:spcPts val="400"/>
              </a:spcBef>
              <a:spcAft>
                <a:spcPts val="600"/>
              </a:spcAft>
              <a:buNone/>
            </a:pPr>
            <a:r>
              <a:rPr b="1" sz="1700">
                <a:solidFill>
                  <a:srgbClr val="8ACFF0"/>
                </a:solidFill>
              </a:rPr>
              <a:t>quick.aws.com/sn?utm_campaign=mlu2026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t>The Assignment Lifecycle:</a:t>
            </a:r>
          </a:p>
          <a:p>
            <a:r>
              <a:t>AI from Rubric to Feedback</a:t>
            </a:r>
          </a:p>
        </p:txBody>
      </p:sp>
      <p:sp>
        <p:nvSpPr>
          <p:cNvPr id="3" name="Text Placeholder 2"/>
          <p:cNvSpPr>
            <a:spLocks noGrp="1"/>
          </p:cNvSpPr>
          <p:nvPr>
            <p:ph type="body" idx="2"/>
          </p:nvPr>
        </p:nvSpPr>
        <p:spPr/>
        <p:txBody>
          <a:bodyPr wrap="square"/>
          <a:lstStyle/>
          <a:p>
            <a:r>
              <a:t>Four no-code tools, one assignment</a:t>
            </a:r>
          </a:p>
        </p:txBody>
      </p:sp>
      <p:sp>
        <p:nvSpPr>
          <p:cNvPr id="4" name="Text Placeholder 3"/>
          <p:cNvSpPr>
            <a:spLocks noGrp="1"/>
          </p:cNvSpPr>
          <p:nvPr>
            <p:ph type="body" idx="98"/>
          </p:nvPr>
        </p:nvSpPr>
        <p:spPr>
          <a:xfrm>
            <a:off x="402336" y="4745736"/>
            <a:ext cx="8412480" cy="1088136"/>
          </a:xfrm>
        </p:spPr>
        <p:txBody>
          <a:bodyPr wrap="square"/>
          <a:lstStyle/>
          <a:p>
            <a:r>
              <a:rPr i="1"/>
              <a:t>Session 2 · Amazon Quick + Kiro</a:t>
            </a:r>
          </a:p>
          <a:p>
            <a:r>
              <a:t>Tariq Hook · Delaware State University</a:t>
            </a:r>
          </a:p>
        </p:txBody>
      </p:sp>
      <p:pic>
        <p:nvPicPr>
          <p:cNvPr id="5" name="Picture 4" descr="drive-qr.png"/>
          <p:cNvPicPr>
            <a:picLocks noChangeAspect="1"/>
          </p:cNvPicPr>
          <p:nvPr/>
        </p:nvPicPr>
        <p:blipFill>
          <a:blip r:embed="rId3"/>
          <a:stretch>
            <a:fillRect/>
          </a:stretch>
        </p:blipFill>
        <p:spPr>
          <a:xfrm>
            <a:off x="1024128" y="5989320"/>
            <a:ext cx="777240" cy="77724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t>Get signed in — and start grading</a:t>
            </a:r>
          </a:p>
        </p:txBody>
      </p:sp>
      <p:grpSp>
        <p:nvGrpSpPr>
          <p:cNvPr id="3" name="Group 8">
            <a:extLst>
              <a:ext uri="{FF2B5EF4-FFF2-40B4-BE49-F238E27FC236}">
                <a16:creationId xmlns:a16="http://schemas.microsoft.com/office/drawing/2014/main" id="{593AF3B1-3227-FCED-C8F1-E350CFCE8EDA}"/>
              </a:ext>
            </a:extLst>
          </p:cNvPr>
          <p:cNvGrpSpPr/>
          <p:nvPr/>
        </p:nvGrpSpPr>
        <p:grpSpPr>
          <a:xfrm>
            <a:off x="17318" y="6364432"/>
            <a:ext cx="961444" cy="415638"/>
            <a:chOff x="0" y="6364432"/>
            <a:chExt cx="961444" cy="415638"/>
          </a:xfrm>
        </p:grpSpPr>
        <p:pic>
          <p:nvPicPr>
            <p:cNvPr id="4" name="Picture 6" descr="A computer with blue text&#10;&#10;AI-generated content may be incorrect.">
              <a:extLst>
                <a:ext uri="{FF2B5EF4-FFF2-40B4-BE49-F238E27FC236}">
                  <a16:creationId xmlns:a16="http://schemas.microsoft.com/office/drawing/2014/main" id="{2AD2447E-1301-29BD-81D8-8148441ED689}"/>
                </a:ext>
              </a:extLst>
            </p:cNvPr>
            <p:cNvPicPr>
              <a:picLocks noChangeAspect="1"/>
            </p:cNvPicPr>
            <p:nvPr/>
          </p:nvPicPr>
          <p:blipFill>
            <a:blip r:embed="rId2"/>
            <a:stretch>
              <a:fillRect/>
            </a:stretch>
          </p:blipFill>
          <p:spPr>
            <a:xfrm>
              <a:off x="554285" y="6386118"/>
              <a:ext cx="407159" cy="361667"/>
            </a:xfrm>
            <a:prstGeom prst="rect">
              <a:avLst/>
            </a:prstGeom>
          </p:spPr>
        </p:pic>
        <p:pic>
          <p:nvPicPr>
            <p:cNvPr id="5" name="Picture 7" descr="A stack of books with a yellow bookmark&#10;&#10;AI-generated content may be incorrect.">
              <a:extLst>
                <a:ext uri="{FF2B5EF4-FFF2-40B4-BE49-F238E27FC236}">
                  <a16:creationId xmlns:a16="http://schemas.microsoft.com/office/drawing/2014/main" id="{49A4D62C-8B47-FE87-C5CF-BE22C6BDC151}"/>
                </a:ext>
              </a:extLst>
            </p:cNvPr>
            <p:cNvPicPr>
              <a:picLocks noChangeAspect="1"/>
            </p:cNvPicPr>
            <p:nvPr/>
          </p:nvPicPr>
          <p:blipFill>
            <a:blip r:embed="rId3"/>
            <a:stretch>
              <a:fillRect/>
            </a:stretch>
          </p:blipFill>
          <p:spPr>
            <a:xfrm>
              <a:off x="0" y="6364432"/>
              <a:ext cx="467592" cy="415638"/>
            </a:xfrm>
            <a:prstGeom prst="rect">
              <a:avLst/>
            </a:prstGeom>
          </p:spPr>
        </p:pic>
      </p:grpSp>
      <p:sp>
        <p:nvSpPr>
          <p:cNvPr id="6"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7" name="Chevron 6"/>
          <p:cNvSpPr/>
          <p:nvPr/>
        </p:nvSpPr>
        <p:spPr>
          <a:xfrm rot="5400000">
            <a:off x="374903" y="1581912"/>
            <a:ext cx="1005840" cy="658368"/>
          </a:xfrm>
          <a:prstGeom prst="chevron">
            <a:avLst/>
          </a:prstGeom>
          <a:solidFill>
            <a:srgbClr val="156082"/>
          </a:solidFill>
          <a:ln>
            <a:noFill/>
          </a:ln>
        </p:spPr>
        <p:txBody>
          <a:bodyPr rtlCol="0" anchor="ctr"/>
          <a:lstStyle/>
          <a:p>
            <a:pPr algn="ctr"/>
          </a:p>
        </p:txBody>
      </p:sp>
      <p:sp>
        <p:nvSpPr>
          <p:cNvPr id="8" name="Rounded Rectangle 7"/>
          <p:cNvSpPr/>
          <p:nvPr/>
        </p:nvSpPr>
        <p:spPr>
          <a:xfrm>
            <a:off x="1170432" y="1463040"/>
            <a:ext cx="6144768" cy="713232"/>
          </a:xfrm>
          <a:prstGeom prst="roundRect">
            <a:avLst>
              <a:gd name="adj" fmla="val 16000"/>
            </a:avLst>
          </a:prstGeom>
          <a:solidFill>
            <a:srgbClr val="FFFFFF"/>
          </a:solidFill>
          <a:ln w="19050">
            <a:solidFill>
              <a:srgbClr val="156082"/>
            </a:solidFill>
          </a:ln>
        </p:spPr>
        <p:txBody>
          <a:bodyPr rtlCol="0" anchor="ctr" wrap="square" lIns="201168" rIns="201168" tIns="140817" bIns="140817"/>
          <a:lstStyle/>
          <a:p>
            <a:pPr algn="l">
              <a:buNone/>
            </a:pPr>
            <a:r>
              <a:rPr b="1" sz="1800">
                <a:solidFill>
                  <a:srgbClr val="156082"/>
                </a:solidFill>
              </a:rPr>
              <a:t>Open</a:t>
            </a:r>
            <a:r>
              <a:rPr sz="1800">
                <a:solidFill>
                  <a:srgbClr val="232F3E"/>
                </a:solidFill>
              </a:rPr>
              <a:t> your Amazon Quick invitation email and follow the sign-in link</a:t>
            </a:r>
          </a:p>
        </p:txBody>
      </p:sp>
      <p:sp>
        <p:nvSpPr>
          <p:cNvPr id="9" name="Chevron 8"/>
          <p:cNvSpPr/>
          <p:nvPr/>
        </p:nvSpPr>
        <p:spPr>
          <a:xfrm rot="5400000">
            <a:off x="374903" y="2478024"/>
            <a:ext cx="1005840" cy="658368"/>
          </a:xfrm>
          <a:prstGeom prst="chevron">
            <a:avLst/>
          </a:prstGeom>
          <a:solidFill>
            <a:srgbClr val="156082"/>
          </a:solidFill>
          <a:ln>
            <a:noFill/>
          </a:ln>
        </p:spPr>
        <p:txBody>
          <a:bodyPr rtlCol="0" anchor="ctr"/>
          <a:lstStyle/>
          <a:p>
            <a:pPr algn="ctr"/>
          </a:p>
        </p:txBody>
      </p:sp>
      <p:sp>
        <p:nvSpPr>
          <p:cNvPr id="10" name="Rounded Rectangle 9"/>
          <p:cNvSpPr/>
          <p:nvPr/>
        </p:nvSpPr>
        <p:spPr>
          <a:xfrm>
            <a:off x="1170432" y="2359152"/>
            <a:ext cx="6144768" cy="713232"/>
          </a:xfrm>
          <a:prstGeom prst="roundRect">
            <a:avLst>
              <a:gd name="adj" fmla="val 16000"/>
            </a:avLst>
          </a:prstGeom>
          <a:solidFill>
            <a:srgbClr val="FFFFFF"/>
          </a:solidFill>
          <a:ln w="19050">
            <a:solidFill>
              <a:srgbClr val="156082"/>
            </a:solidFill>
          </a:ln>
        </p:spPr>
        <p:txBody>
          <a:bodyPr rtlCol="0" anchor="ctr" wrap="square" lIns="201168" rIns="201168" tIns="140817" bIns="140817"/>
          <a:lstStyle/>
          <a:p>
            <a:pPr algn="l">
              <a:buNone/>
            </a:pPr>
            <a:r>
              <a:rPr b="1" sz="1800">
                <a:solidFill>
                  <a:srgbClr val="156082"/>
                </a:solidFill>
              </a:rPr>
              <a:t>Sign in</a:t>
            </a:r>
            <a:r>
              <a:rPr sz="1800">
                <a:solidFill>
                  <a:srgbClr val="232F3E"/>
                </a:solidFill>
              </a:rPr>
              <a:t>, and set a password if it asks</a:t>
            </a:r>
          </a:p>
        </p:txBody>
      </p:sp>
      <p:sp>
        <p:nvSpPr>
          <p:cNvPr id="11" name="Chevron 10"/>
          <p:cNvSpPr/>
          <p:nvPr/>
        </p:nvSpPr>
        <p:spPr>
          <a:xfrm rot="5400000">
            <a:off x="374903" y="3374136"/>
            <a:ext cx="1005840" cy="658368"/>
          </a:xfrm>
          <a:prstGeom prst="chevron">
            <a:avLst/>
          </a:prstGeom>
          <a:solidFill>
            <a:srgbClr val="156082"/>
          </a:solidFill>
          <a:ln>
            <a:noFill/>
          </a:ln>
        </p:spPr>
        <p:txBody>
          <a:bodyPr rtlCol="0" anchor="ctr"/>
          <a:lstStyle/>
          <a:p>
            <a:pPr algn="ctr"/>
          </a:p>
        </p:txBody>
      </p:sp>
      <p:sp>
        <p:nvSpPr>
          <p:cNvPr id="12" name="Rounded Rectangle 11"/>
          <p:cNvSpPr/>
          <p:nvPr/>
        </p:nvSpPr>
        <p:spPr>
          <a:xfrm>
            <a:off x="1170432" y="3255264"/>
            <a:ext cx="6144768" cy="713232"/>
          </a:xfrm>
          <a:prstGeom prst="roundRect">
            <a:avLst>
              <a:gd name="adj" fmla="val 16000"/>
            </a:avLst>
          </a:prstGeom>
          <a:solidFill>
            <a:srgbClr val="FFFFFF"/>
          </a:solidFill>
          <a:ln w="19050">
            <a:solidFill>
              <a:srgbClr val="156082"/>
            </a:solidFill>
          </a:ln>
        </p:spPr>
        <p:txBody>
          <a:bodyPr rtlCol="0" anchor="ctr" wrap="square" lIns="201168" rIns="201168" tIns="140817" bIns="140817"/>
          <a:lstStyle/>
          <a:p>
            <a:pPr algn="l">
              <a:buNone/>
            </a:pPr>
            <a:r>
              <a:rPr b="1" sz="1800">
                <a:solidFill>
                  <a:srgbClr val="156082"/>
                </a:solidFill>
              </a:rPr>
              <a:t>Stuck?</a:t>
            </a:r>
            <a:r>
              <a:rPr sz="1800">
                <a:solidFill>
                  <a:srgbClr val="232F3E"/>
                </a:solidFill>
              </a:rPr>
              <a:t> Raise your hand. A volunteer will come to you.</a:t>
            </a:r>
          </a:p>
        </p:txBody>
      </p:sp>
      <p:sp>
        <p:nvSpPr>
          <p:cNvPr id="13" name="Rounded Rectangle 12"/>
          <p:cNvSpPr/>
          <p:nvPr/>
        </p:nvSpPr>
        <p:spPr>
          <a:xfrm>
            <a:off x="7726679" y="1463040"/>
            <a:ext cx="4069080" cy="361188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t" wrap="square" lIns="274320" rIns="274320" tIns="192024" bIns="192024"/>
          <a:lstStyle/>
          <a:p>
            <a:pPr algn="ctr">
              <a:spcAft>
                <a:spcPts val="1000"/>
              </a:spcAft>
              <a:buNone/>
            </a:pPr>
            <a:r>
              <a:rPr i="1" sz="2200">
                <a:solidFill>
                  <a:srgbClr val="232F3E"/>
                </a:solidFill>
              </a:rPr>
              <a:t>While you wait</a:t>
            </a:r>
          </a:p>
          <a:p>
            <a:pPr algn="l" marL="342900" indent="-342900">
              <a:spcAft>
                <a:spcPts val="800"/>
              </a:spcAft>
              <a:buFont typeface="Arial"/>
              <a:buChar char="•"/>
            </a:pPr>
            <a:r>
              <a:rPr sz="1800">
                <a:solidFill>
                  <a:srgbClr val="232F3E"/>
                </a:solidFill>
              </a:rPr>
              <a:t>Grade the paper.</a:t>
            </a:r>
          </a:p>
          <a:p>
            <a:pPr algn="l" marL="342900" indent="-342900">
              <a:spcAft>
                <a:spcPts val="800"/>
              </a:spcAft>
              <a:buFont typeface="Arial"/>
              <a:buChar char="•"/>
            </a:pPr>
            <a:r>
              <a:rPr sz="1800">
                <a:solidFill>
                  <a:srgbClr val="232F3E"/>
                </a:solidFill>
              </a:rPr>
              <a:t>Use </a:t>
            </a:r>
            <a:r>
              <a:rPr b="1" sz="1800">
                <a:solidFill>
                  <a:srgbClr val="156082"/>
                </a:solidFill>
              </a:rPr>
              <a:t>only</a:t>
            </a:r>
            <a:r>
              <a:rPr sz="1800">
                <a:solidFill>
                  <a:srgbClr val="232F3E"/>
                </a:solidFill>
              </a:rPr>
              <a:t> the rubric.</a:t>
            </a:r>
          </a:p>
          <a:p>
            <a:pPr algn="l" marL="342900" indent="-342900">
              <a:spcAft>
                <a:spcPts val="800"/>
              </a:spcAft>
              <a:buFont typeface="Arial"/>
              <a:buChar char="•"/>
            </a:pPr>
            <a:r>
              <a:rPr sz="1800">
                <a:solidFill>
                  <a:srgbClr val="232F3E"/>
                </a:solidFill>
              </a:rPr>
              <a:t>Three minutes. Write down a score and a letter.</a:t>
            </a:r>
          </a:p>
          <a:p>
            <a:pPr algn="l" marL="342900" indent="-342900">
              <a:spcAft>
                <a:spcPts val="800"/>
              </a:spcAft>
              <a:buFont typeface="Arial"/>
              <a:buChar char="•"/>
            </a:pPr>
            <a:r>
              <a:rPr sz="1800">
                <a:solidFill>
                  <a:srgbClr val="232F3E"/>
                </a:solidFill>
              </a:rPr>
              <a:t>You don't need to know computer science.</a:t>
            </a:r>
          </a:p>
        </p:txBody>
      </p:sp>
      <p:sp>
        <p:nvSpPr>
          <p:cNvPr id="14" name="Rounded Rectangle 13"/>
          <p:cNvSpPr/>
          <p:nvPr/>
        </p:nvSpPr>
        <p:spPr>
          <a:xfrm>
            <a:off x="9189720" y="6336792"/>
            <a:ext cx="2011680" cy="365760"/>
          </a:xfrm>
          <a:prstGeom prst="roundRect">
            <a:avLst>
              <a:gd name="adj" fmla="val 50000"/>
            </a:avLst>
          </a:prstGeom>
          <a:gradFill rotWithShape="1">
            <a:gsLst>
              <a:gs pos="0">
                <a:srgbClr val="F66C02"/>
              </a:gs>
              <a:gs pos="53000">
                <a:srgbClr val="FF28EF"/>
              </a:gs>
              <a:gs pos="100000">
                <a:srgbClr val="0F65F9"/>
              </a:gs>
            </a:gsLst>
            <a:lin ang="0" scaled="1"/>
          </a:gradFill>
          <a:ln>
            <a:noFill/>
          </a:ln>
        </p:spPr>
        <p:txBody>
          <a:bodyPr rtlCol="0" anchor="ctr" wrap="square" lIns="73152" rIns="73152" tIns="51206" bIns="51206"/>
          <a:lstStyle/>
          <a:p>
            <a:pPr algn="ctr">
              <a:buNone/>
            </a:pPr>
            <a:r>
              <a:rPr b="1" sz="1300">
                <a:solidFill>
                  <a:srgbClr val="FFFFFF"/>
                </a:solidFill>
              </a:rPr>
              <a:t>0:00 – 0:12</a:t>
            </a:r>
          </a:p>
        </p:txBody>
      </p:sp>
      <p:pic>
        <p:nvPicPr>
          <p:cNvPr id="15" name="Picture 14" descr="drive-qr.png"/>
          <p:cNvPicPr>
            <a:picLocks noChangeAspect="1"/>
          </p:cNvPicPr>
          <p:nvPr/>
        </p:nvPicPr>
        <p:blipFill>
          <a:blip r:embed="rId5"/>
          <a:stretch>
            <a:fillRect/>
          </a:stretch>
        </p:blipFill>
        <p:spPr>
          <a:xfrm>
            <a:off x="1024128" y="5989320"/>
            <a:ext cx="777240" cy="77724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t>Today’s session</a:t>
            </a:r>
          </a:p>
        </p:txBody>
      </p:sp>
      <p:sp>
        <p:nvSpPr>
          <p:cNvPr id="4" name="Text Placeholder 3"/>
          <p:cNvSpPr>
            <a:spLocks noGrp="1"/>
          </p:cNvSpPr>
          <p:nvPr>
            <p:ph type="body" idx="3"/>
          </p:nvPr>
        </p:nvSpPr>
        <p:spPr/>
        <p:txBody>
          <a:bodyPr wrap="square"/>
          <a:lstStyle/>
          <a:p>
            <a:r>
              <a:t>Sign in, and grade a paper</a:t>
            </a:r>
          </a:p>
          <a:p>
            <a:r>
              <a:t>The Rubric Builder — </a:t>
            </a:r>
            <a:r>
              <a:rPr b="1">
                <a:solidFill>
                  <a:srgbClr val="156082"/>
                </a:solidFill>
              </a:rPr>
              <a:t>hands-on</a:t>
            </a:r>
          </a:p>
          <a:p>
            <a:r>
              <a:t>The AI-Proofing Assistant — </a:t>
            </a:r>
            <a:r>
              <a:rPr b="1">
                <a:solidFill>
                  <a:srgbClr val="156082"/>
                </a:solidFill>
              </a:rPr>
              <a:t>hands-on</a:t>
            </a:r>
          </a:p>
          <a:p>
            <a:r>
              <a:t>The Grading Assistant, built in Kiro</a:t>
            </a:r>
          </a:p>
          <a:p>
            <a:r>
              <a:t>Pre-Assessment Triage — </a:t>
            </a:r>
            <a:r>
              <a:rPr b="1">
                <a:solidFill>
                  <a:srgbClr val="156082"/>
                </a:solidFill>
              </a:rPr>
              <a:t>hands-on</a:t>
            </a:r>
          </a:p>
          <a:p>
            <a:r>
              <a:t>Wrap-up: what you leave with</a:t>
            </a:r>
          </a:p>
        </p:txBody>
      </p:sp>
      <p:grpSp>
        <p:nvGrpSpPr>
          <p:cNvPr id="5" name="Graphic 250">
            <a:extLst>
              <a:ext uri="{FF2B5EF4-FFF2-40B4-BE49-F238E27FC236}">
                <a16:creationId xmlns:a16="http://schemas.microsoft.com/office/drawing/2014/main" id="{C1E3D88D-E910-0FEA-10DE-609FAEBBFB80}"/>
              </a:ext>
              <a:ext uri="{C183D7F6-B498-43B3-948B-1728B52AA6E4}">
                <adec:decorative xmlns:adec="http://schemas.microsoft.com/office/drawing/2017/decorative" val="1"/>
              </a:ext>
            </a:extLst>
          </p:cNvPr>
          <p:cNvGrpSpPr>
            <a:grpSpLocks noChangeAspect="1"/>
          </p:cNvGrpSpPr>
          <p:nvPr/>
        </p:nvGrpSpPr>
        <p:grpSpPr>
          <a:xfrm>
            <a:off x="794343" y="2732784"/>
            <a:ext cx="2959853" cy="2959853"/>
            <a:chOff x="9704553" y="322847"/>
            <a:chExt cx="643689" cy="643689"/>
          </a:xfrm>
          <a:effectLst>
            <a:outerShdw blurRad="50800" dist="38100" dir="2700000" algn="tl" rotWithShape="0">
              <a:prstClr val="black">
                <a:alpha val="40000"/>
              </a:prstClr>
            </a:outerShdw>
          </a:effectLst>
        </p:grpSpPr>
        <p:sp>
          <p:nvSpPr>
            <p:cNvPr id="6" name="Freeform: Shape 20">
              <a:extLst>
                <a:ext uri="{FF2B5EF4-FFF2-40B4-BE49-F238E27FC236}">
                  <a16:creationId xmlns:a16="http://schemas.microsoft.com/office/drawing/2014/main" id="{2373917E-4A6D-8227-D15D-D1E40A72AE62}"/>
                </a:ext>
              </a:extLst>
            </p:cNvPr>
            <p:cNvSpPr/>
            <p:nvPr/>
          </p:nvSpPr>
          <p:spPr>
            <a:xfrm>
              <a:off x="9831038" y="599633"/>
              <a:ext cx="9655" cy="93335"/>
            </a:xfrm>
            <a:custGeom>
              <a:avLst/>
              <a:gdLst>
                <a:gd name="connsiteX0" fmla="*/ 4828 w 9655"/>
                <a:gd name="connsiteY0" fmla="*/ 89473 h 93334"/>
                <a:gd name="connsiteX1" fmla="*/ 4828 w 9655"/>
                <a:gd name="connsiteY1" fmla="*/ 46989 h 93334"/>
                <a:gd name="connsiteX2" fmla="*/ 4828 w 9655"/>
                <a:gd name="connsiteY2" fmla="*/ 4828 h 93334"/>
              </a:gdLst>
              <a:ahLst/>
              <a:cxnLst>
                <a:cxn ang="0">
                  <a:pos x="connsiteX0" y="connsiteY0"/>
                </a:cxn>
                <a:cxn ang="0">
                  <a:pos x="connsiteX1" y="connsiteY1"/>
                </a:cxn>
                <a:cxn ang="0">
                  <a:pos x="connsiteX2" y="connsiteY2"/>
                </a:cxn>
              </a:cxnLst>
              <a:rect l="l" t="t" r="r" b="b"/>
              <a:pathLst>
                <a:path w="9655" h="93334">
                  <a:moveTo>
                    <a:pt x="4828" y="89473"/>
                  </a:moveTo>
                  <a:lnTo>
                    <a:pt x="4828" y="46989"/>
                  </a:lnTo>
                  <a:lnTo>
                    <a:pt x="4828" y="4828"/>
                  </a:lnTo>
                  <a:close/>
                </a:path>
              </a:pathLst>
            </a:custGeom>
            <a:noFill/>
            <a:ln w="53975" cap="flat">
              <a:solidFill>
                <a:schemeClr val="bg1"/>
              </a:solidFill>
              <a:prstDash val="solid"/>
              <a:round/>
            </a:ln>
          </p:spPr>
          <p:txBody>
            <a:bodyPr rtlCol="0" anchor="ctr"/>
            <a:lstStyle/>
            <a:p>
              <a:pPr algn="ctr"/>
              <a:endParaRPr lang="en-US"/>
            </a:p>
          </p:txBody>
        </p:sp>
        <p:sp>
          <p:nvSpPr>
            <p:cNvPr id="7" name="Freeform: Shape 21">
              <a:extLst>
                <a:ext uri="{FF2B5EF4-FFF2-40B4-BE49-F238E27FC236}">
                  <a16:creationId xmlns:a16="http://schemas.microsoft.com/office/drawing/2014/main" id="{BEA3466D-A8DE-C974-0119-677E55A7B847}"/>
                </a:ext>
              </a:extLst>
            </p:cNvPr>
            <p:cNvSpPr/>
            <p:nvPr/>
          </p:nvSpPr>
          <p:spPr>
            <a:xfrm>
              <a:off x="9926304" y="520781"/>
              <a:ext cx="54714" cy="128738"/>
            </a:xfrm>
            <a:custGeom>
              <a:avLst/>
              <a:gdLst>
                <a:gd name="connsiteX0" fmla="*/ 4828 w 54713"/>
                <a:gd name="connsiteY0" fmla="*/ 125841 h 128737"/>
                <a:gd name="connsiteX1" fmla="*/ 4828 w 54713"/>
                <a:gd name="connsiteY1" fmla="*/ 76277 h 128737"/>
                <a:gd name="connsiteX2" fmla="*/ 52461 w 54713"/>
                <a:gd name="connsiteY2" fmla="*/ 52461 h 128737"/>
                <a:gd name="connsiteX3" fmla="*/ 52461 w 54713"/>
                <a:gd name="connsiteY3" fmla="*/ 4828 h 128737"/>
              </a:gdLst>
              <a:ahLst/>
              <a:cxnLst>
                <a:cxn ang="0">
                  <a:pos x="connsiteX0" y="connsiteY0"/>
                </a:cxn>
                <a:cxn ang="0">
                  <a:pos x="connsiteX1" y="connsiteY1"/>
                </a:cxn>
                <a:cxn ang="0">
                  <a:pos x="connsiteX2" y="connsiteY2"/>
                </a:cxn>
                <a:cxn ang="0">
                  <a:pos x="connsiteX3" y="connsiteY3"/>
                </a:cxn>
              </a:cxnLst>
              <a:rect l="l" t="t" r="r" b="b"/>
              <a:pathLst>
                <a:path w="54713" h="128737">
                  <a:moveTo>
                    <a:pt x="4828" y="125841"/>
                  </a:moveTo>
                  <a:lnTo>
                    <a:pt x="4828" y="76277"/>
                  </a:lnTo>
                  <a:lnTo>
                    <a:pt x="52461" y="52461"/>
                  </a:lnTo>
                  <a:lnTo>
                    <a:pt x="52461" y="4828"/>
                  </a:lnTo>
                </a:path>
              </a:pathLst>
            </a:custGeom>
            <a:noFill/>
            <a:ln w="53975" cap="flat">
              <a:solidFill>
                <a:schemeClr val="bg1"/>
              </a:solidFill>
              <a:prstDash val="solid"/>
              <a:round/>
            </a:ln>
          </p:spPr>
          <p:txBody>
            <a:bodyPr rtlCol="0" anchor="ctr"/>
            <a:lstStyle/>
            <a:p>
              <a:pPr algn="ctr"/>
              <a:endParaRPr lang="en-US"/>
            </a:p>
          </p:txBody>
        </p:sp>
        <p:sp>
          <p:nvSpPr>
            <p:cNvPr id="8" name="Freeform: Shape 22">
              <a:extLst>
                <a:ext uri="{FF2B5EF4-FFF2-40B4-BE49-F238E27FC236}">
                  <a16:creationId xmlns:a16="http://schemas.microsoft.com/office/drawing/2014/main" id="{8684E791-CDDB-20B1-B39B-C735079EBB1D}"/>
                </a:ext>
              </a:extLst>
            </p:cNvPr>
            <p:cNvSpPr/>
            <p:nvPr/>
          </p:nvSpPr>
          <p:spPr>
            <a:xfrm>
              <a:off x="9878671" y="568414"/>
              <a:ext cx="54714" cy="32184"/>
            </a:xfrm>
            <a:custGeom>
              <a:avLst/>
              <a:gdLst>
                <a:gd name="connsiteX0" fmla="*/ 52461 w 54713"/>
                <a:gd name="connsiteY0" fmla="*/ 28644 h 32184"/>
                <a:gd name="connsiteX1" fmla="*/ 4828 w 54713"/>
                <a:gd name="connsiteY1" fmla="*/ 4828 h 32184"/>
              </a:gdLst>
              <a:ahLst/>
              <a:cxnLst>
                <a:cxn ang="0">
                  <a:pos x="connsiteX0" y="connsiteY0"/>
                </a:cxn>
                <a:cxn ang="0">
                  <a:pos x="connsiteX1" y="connsiteY1"/>
                </a:cxn>
              </a:cxnLst>
              <a:rect l="l" t="t" r="r" b="b"/>
              <a:pathLst>
                <a:path w="54713" h="32184">
                  <a:moveTo>
                    <a:pt x="52461" y="28644"/>
                  </a:moveTo>
                  <a:lnTo>
                    <a:pt x="4828" y="4828"/>
                  </a:lnTo>
                </a:path>
              </a:pathLst>
            </a:custGeom>
            <a:ln w="53975" cap="flat">
              <a:solidFill>
                <a:schemeClr val="bg1"/>
              </a:solidFill>
              <a:prstDash val="solid"/>
              <a:round/>
            </a:ln>
          </p:spPr>
          <p:txBody>
            <a:bodyPr rtlCol="0" anchor="ctr"/>
            <a:lstStyle/>
            <a:p>
              <a:pPr algn="ctr"/>
              <a:endParaRPr lang="en-US"/>
            </a:p>
          </p:txBody>
        </p:sp>
        <p:sp>
          <p:nvSpPr>
            <p:cNvPr id="9" name="Freeform: Shape 23">
              <a:extLst>
                <a:ext uri="{FF2B5EF4-FFF2-40B4-BE49-F238E27FC236}">
                  <a16:creationId xmlns:a16="http://schemas.microsoft.com/office/drawing/2014/main" id="{EBDFCB67-8AD3-858E-2A25-EE349137D0CE}"/>
                </a:ext>
              </a:extLst>
            </p:cNvPr>
            <p:cNvSpPr/>
            <p:nvPr/>
          </p:nvSpPr>
          <p:spPr>
            <a:xfrm>
              <a:off x="9926304" y="477976"/>
              <a:ext cx="9655" cy="67587"/>
            </a:xfrm>
            <a:custGeom>
              <a:avLst/>
              <a:gdLst>
                <a:gd name="connsiteX0" fmla="*/ 4828 w 9655"/>
                <a:gd name="connsiteY0" fmla="*/ 63403 h 67587"/>
                <a:gd name="connsiteX1" fmla="*/ 4828 w 9655"/>
                <a:gd name="connsiteY1" fmla="*/ 4828 h 67587"/>
              </a:gdLst>
              <a:ahLst/>
              <a:cxnLst>
                <a:cxn ang="0">
                  <a:pos x="connsiteX0" y="connsiteY0"/>
                </a:cxn>
                <a:cxn ang="0">
                  <a:pos x="connsiteX1" y="connsiteY1"/>
                </a:cxn>
              </a:cxnLst>
              <a:rect l="l" t="t" r="r" b="b"/>
              <a:pathLst>
                <a:path w="9655" h="67587">
                  <a:moveTo>
                    <a:pt x="4828" y="63403"/>
                  </a:moveTo>
                  <a:lnTo>
                    <a:pt x="4828" y="4828"/>
                  </a:lnTo>
                </a:path>
              </a:pathLst>
            </a:custGeom>
            <a:ln w="53975" cap="flat">
              <a:solidFill>
                <a:schemeClr val="bg1"/>
              </a:solidFill>
              <a:prstDash val="solid"/>
              <a:round/>
            </a:ln>
          </p:spPr>
          <p:txBody>
            <a:bodyPr rtlCol="0" anchor="ctr"/>
            <a:lstStyle/>
            <a:p>
              <a:pPr algn="ctr"/>
              <a:endParaRPr lang="en-US"/>
            </a:p>
          </p:txBody>
        </p:sp>
        <p:sp>
          <p:nvSpPr>
            <p:cNvPr id="10" name="Freeform: Shape 24">
              <a:extLst>
                <a:ext uri="{FF2B5EF4-FFF2-40B4-BE49-F238E27FC236}">
                  <a16:creationId xmlns:a16="http://schemas.microsoft.com/office/drawing/2014/main" id="{D6E3A5D0-36C2-7B7F-8E3B-C5720986B951}"/>
                </a:ext>
              </a:extLst>
            </p:cNvPr>
            <p:cNvSpPr/>
            <p:nvPr/>
          </p:nvSpPr>
          <p:spPr>
            <a:xfrm>
              <a:off x="9831038" y="615404"/>
              <a:ext cx="54714" cy="35403"/>
            </a:xfrm>
            <a:custGeom>
              <a:avLst/>
              <a:gdLst>
                <a:gd name="connsiteX0" fmla="*/ 4828 w 54713"/>
                <a:gd name="connsiteY0" fmla="*/ 31863 h 35402"/>
                <a:gd name="connsiteX1" fmla="*/ 50530 w 54713"/>
                <a:gd name="connsiteY1" fmla="*/ 4828 h 35402"/>
              </a:gdLst>
              <a:ahLst/>
              <a:cxnLst>
                <a:cxn ang="0">
                  <a:pos x="connsiteX0" y="connsiteY0"/>
                </a:cxn>
                <a:cxn ang="0">
                  <a:pos x="connsiteX1" y="connsiteY1"/>
                </a:cxn>
              </a:cxnLst>
              <a:rect l="l" t="t" r="r" b="b"/>
              <a:pathLst>
                <a:path w="54713" h="35402">
                  <a:moveTo>
                    <a:pt x="4828" y="31863"/>
                  </a:moveTo>
                  <a:lnTo>
                    <a:pt x="50530" y="4828"/>
                  </a:lnTo>
                </a:path>
              </a:pathLst>
            </a:custGeom>
            <a:ln w="53975" cap="flat">
              <a:solidFill>
                <a:schemeClr val="bg1"/>
              </a:solidFill>
              <a:prstDash val="solid"/>
              <a:round/>
            </a:ln>
          </p:spPr>
          <p:txBody>
            <a:bodyPr rtlCol="0" anchor="ctr"/>
            <a:lstStyle/>
            <a:p>
              <a:pPr algn="ctr"/>
              <a:endParaRPr lang="en-US"/>
            </a:p>
          </p:txBody>
        </p:sp>
        <p:sp>
          <p:nvSpPr>
            <p:cNvPr id="11" name="Freeform: Shape 25">
              <a:extLst>
                <a:ext uri="{FF2B5EF4-FFF2-40B4-BE49-F238E27FC236}">
                  <a16:creationId xmlns:a16="http://schemas.microsoft.com/office/drawing/2014/main" id="{E265FFC2-8801-4BB4-D9FC-A421AB315A68}"/>
                </a:ext>
              </a:extLst>
            </p:cNvPr>
            <p:cNvSpPr/>
            <p:nvPr/>
          </p:nvSpPr>
          <p:spPr>
            <a:xfrm>
              <a:off x="9878671" y="687497"/>
              <a:ext cx="54714" cy="38621"/>
            </a:xfrm>
            <a:custGeom>
              <a:avLst/>
              <a:gdLst>
                <a:gd name="connsiteX0" fmla="*/ 4828 w 54713"/>
                <a:gd name="connsiteY0" fmla="*/ 36690 h 38621"/>
                <a:gd name="connsiteX1" fmla="*/ 52461 w 54713"/>
                <a:gd name="connsiteY1" fmla="*/ 4828 h 38621"/>
              </a:gdLst>
              <a:ahLst/>
              <a:cxnLst>
                <a:cxn ang="0">
                  <a:pos x="connsiteX0" y="connsiteY0"/>
                </a:cxn>
                <a:cxn ang="0">
                  <a:pos x="connsiteX1" y="connsiteY1"/>
                </a:cxn>
              </a:cxnLst>
              <a:rect l="l" t="t" r="r" b="b"/>
              <a:pathLst>
                <a:path w="54713" h="38621">
                  <a:moveTo>
                    <a:pt x="4828" y="36690"/>
                  </a:moveTo>
                  <a:lnTo>
                    <a:pt x="52461" y="4828"/>
                  </a:lnTo>
                </a:path>
              </a:pathLst>
            </a:custGeom>
            <a:ln w="53975" cap="flat">
              <a:solidFill>
                <a:schemeClr val="bg1"/>
              </a:solidFill>
              <a:prstDash val="solid"/>
              <a:round/>
            </a:ln>
          </p:spPr>
          <p:txBody>
            <a:bodyPr rtlCol="0" anchor="ctr"/>
            <a:lstStyle/>
            <a:p>
              <a:pPr algn="ctr"/>
              <a:endParaRPr lang="en-US"/>
            </a:p>
          </p:txBody>
        </p:sp>
        <p:sp>
          <p:nvSpPr>
            <p:cNvPr id="12" name="Freeform: Shape 26">
              <a:extLst>
                <a:ext uri="{FF2B5EF4-FFF2-40B4-BE49-F238E27FC236}">
                  <a16:creationId xmlns:a16="http://schemas.microsoft.com/office/drawing/2014/main" id="{C67ADB15-9176-C4EE-43D8-2EE3DDC3F1A3}"/>
                </a:ext>
              </a:extLst>
            </p:cNvPr>
            <p:cNvSpPr/>
            <p:nvPr/>
          </p:nvSpPr>
          <p:spPr>
            <a:xfrm>
              <a:off x="9922120" y="777613"/>
              <a:ext cx="54714" cy="35403"/>
            </a:xfrm>
            <a:custGeom>
              <a:avLst/>
              <a:gdLst>
                <a:gd name="connsiteX0" fmla="*/ 4828 w 54713"/>
                <a:gd name="connsiteY0" fmla="*/ 31863 h 35402"/>
                <a:gd name="connsiteX1" fmla="*/ 50851 w 54713"/>
                <a:gd name="connsiteY1" fmla="*/ 4828 h 35402"/>
              </a:gdLst>
              <a:ahLst/>
              <a:cxnLst>
                <a:cxn ang="0">
                  <a:pos x="connsiteX0" y="connsiteY0"/>
                </a:cxn>
                <a:cxn ang="0">
                  <a:pos x="connsiteX1" y="connsiteY1"/>
                </a:cxn>
              </a:cxnLst>
              <a:rect l="l" t="t" r="r" b="b"/>
              <a:pathLst>
                <a:path w="54713" h="35402">
                  <a:moveTo>
                    <a:pt x="4828" y="31863"/>
                  </a:moveTo>
                  <a:lnTo>
                    <a:pt x="50851" y="4828"/>
                  </a:lnTo>
                </a:path>
              </a:pathLst>
            </a:custGeom>
            <a:ln w="53975" cap="flat">
              <a:solidFill>
                <a:schemeClr val="bg1"/>
              </a:solidFill>
              <a:prstDash val="solid"/>
              <a:round/>
            </a:ln>
          </p:spPr>
          <p:txBody>
            <a:bodyPr rtlCol="0" anchor="ctr"/>
            <a:lstStyle/>
            <a:p>
              <a:pPr algn="ctr"/>
              <a:endParaRPr lang="en-US"/>
            </a:p>
          </p:txBody>
        </p:sp>
        <p:sp>
          <p:nvSpPr>
            <p:cNvPr id="13" name="Freeform: Shape 34">
              <a:extLst>
                <a:ext uri="{FF2B5EF4-FFF2-40B4-BE49-F238E27FC236}">
                  <a16:creationId xmlns:a16="http://schemas.microsoft.com/office/drawing/2014/main" id="{F3777154-9E6D-B317-0FD7-69BC075A72E9}"/>
                </a:ext>
              </a:extLst>
            </p:cNvPr>
            <p:cNvSpPr/>
            <p:nvPr/>
          </p:nvSpPr>
          <p:spPr>
            <a:xfrm>
              <a:off x="9918258" y="687497"/>
              <a:ext cx="112646" cy="64369"/>
            </a:xfrm>
            <a:custGeom>
              <a:avLst/>
              <a:gdLst>
                <a:gd name="connsiteX0" fmla="*/ 4828 w 112645"/>
                <a:gd name="connsiteY0" fmla="*/ 60507 h 64368"/>
                <a:gd name="connsiteX1" fmla="*/ 108140 w 112645"/>
                <a:gd name="connsiteY1" fmla="*/ 4828 h 64368"/>
              </a:gdLst>
              <a:ahLst/>
              <a:cxnLst>
                <a:cxn ang="0">
                  <a:pos x="connsiteX0" y="connsiteY0"/>
                </a:cxn>
                <a:cxn ang="0">
                  <a:pos x="connsiteX1" y="connsiteY1"/>
                </a:cxn>
              </a:cxnLst>
              <a:rect l="l" t="t" r="r" b="b"/>
              <a:pathLst>
                <a:path w="112645" h="64368">
                  <a:moveTo>
                    <a:pt x="4828" y="60507"/>
                  </a:moveTo>
                  <a:lnTo>
                    <a:pt x="108140" y="4828"/>
                  </a:lnTo>
                </a:path>
              </a:pathLst>
            </a:custGeom>
            <a:ln w="53975" cap="flat">
              <a:solidFill>
                <a:schemeClr val="bg1"/>
              </a:solidFill>
              <a:prstDash val="solid"/>
              <a:round/>
            </a:ln>
          </p:spPr>
          <p:txBody>
            <a:bodyPr rtlCol="0" anchor="ctr"/>
            <a:lstStyle/>
            <a:p>
              <a:pPr algn="ctr"/>
              <a:endParaRPr lang="en-US"/>
            </a:p>
          </p:txBody>
        </p:sp>
        <p:sp>
          <p:nvSpPr>
            <p:cNvPr id="14" name="Freeform: Shape 28">
              <a:extLst>
                <a:ext uri="{FF2B5EF4-FFF2-40B4-BE49-F238E27FC236}">
                  <a16:creationId xmlns:a16="http://schemas.microsoft.com/office/drawing/2014/main" id="{8BD8B8E5-9515-86BE-D4C5-D47A838C745D}"/>
                </a:ext>
              </a:extLst>
            </p:cNvPr>
            <p:cNvSpPr/>
            <p:nvPr/>
          </p:nvSpPr>
          <p:spPr>
            <a:xfrm>
              <a:off x="9878671" y="639864"/>
              <a:ext cx="54714" cy="38621"/>
            </a:xfrm>
            <a:custGeom>
              <a:avLst/>
              <a:gdLst>
                <a:gd name="connsiteX0" fmla="*/ 4828 w 54713"/>
                <a:gd name="connsiteY0" fmla="*/ 36690 h 38621"/>
                <a:gd name="connsiteX1" fmla="*/ 52461 w 54713"/>
                <a:gd name="connsiteY1" fmla="*/ 4828 h 38621"/>
              </a:gdLst>
              <a:ahLst/>
              <a:cxnLst>
                <a:cxn ang="0">
                  <a:pos x="connsiteX0" y="connsiteY0"/>
                </a:cxn>
                <a:cxn ang="0">
                  <a:pos x="connsiteX1" y="connsiteY1"/>
                </a:cxn>
              </a:cxnLst>
              <a:rect l="l" t="t" r="r" b="b"/>
              <a:pathLst>
                <a:path w="54713" h="38621">
                  <a:moveTo>
                    <a:pt x="4828" y="36690"/>
                  </a:moveTo>
                  <a:lnTo>
                    <a:pt x="52461" y="4828"/>
                  </a:lnTo>
                </a:path>
              </a:pathLst>
            </a:custGeom>
            <a:ln w="53975" cap="flat">
              <a:solidFill>
                <a:schemeClr val="bg1"/>
              </a:solidFill>
              <a:prstDash val="solid"/>
              <a:round/>
            </a:ln>
          </p:spPr>
          <p:txBody>
            <a:bodyPr rtlCol="0" anchor="ctr"/>
            <a:lstStyle/>
            <a:p>
              <a:pPr algn="ctr"/>
              <a:endParaRPr lang="en-US"/>
            </a:p>
          </p:txBody>
        </p:sp>
        <p:sp>
          <p:nvSpPr>
            <p:cNvPr id="15" name="Freeform: Shape 29">
              <a:extLst>
                <a:ext uri="{FF2B5EF4-FFF2-40B4-BE49-F238E27FC236}">
                  <a16:creationId xmlns:a16="http://schemas.microsoft.com/office/drawing/2014/main" id="{1DE11587-8E91-ABC8-43C6-4E6EDBEB294B}"/>
                </a:ext>
              </a:extLst>
            </p:cNvPr>
            <p:cNvSpPr/>
            <p:nvPr/>
          </p:nvSpPr>
          <p:spPr>
            <a:xfrm>
              <a:off x="9831038" y="449332"/>
              <a:ext cx="199544" cy="389432"/>
            </a:xfrm>
            <a:custGeom>
              <a:avLst/>
              <a:gdLst>
                <a:gd name="connsiteX0" fmla="*/ 195360 w 199543"/>
                <a:gd name="connsiteY0" fmla="*/ 36368 h 389431"/>
                <a:gd name="connsiteX1" fmla="*/ 147727 w 199543"/>
                <a:gd name="connsiteY1" fmla="*/ 4828 h 389431"/>
                <a:gd name="connsiteX2" fmla="*/ 52461 w 199543"/>
                <a:gd name="connsiteY2" fmla="*/ 60185 h 389431"/>
                <a:gd name="connsiteX3" fmla="*/ 52461 w 199543"/>
                <a:gd name="connsiteY3" fmla="*/ 123588 h 389431"/>
                <a:gd name="connsiteX4" fmla="*/ 4828 w 199543"/>
                <a:gd name="connsiteY4" fmla="*/ 147727 h 389431"/>
                <a:gd name="connsiteX5" fmla="*/ 4828 w 199543"/>
                <a:gd name="connsiteY5" fmla="*/ 197291 h 389431"/>
                <a:gd name="connsiteX6" fmla="*/ 4828 w 199543"/>
                <a:gd name="connsiteY6" fmla="*/ 242993 h 389431"/>
                <a:gd name="connsiteX7" fmla="*/ 52461 w 199543"/>
                <a:gd name="connsiteY7" fmla="*/ 274855 h 389431"/>
                <a:gd name="connsiteX8" fmla="*/ 52461 w 199543"/>
                <a:gd name="connsiteY8" fmla="*/ 330534 h 389431"/>
                <a:gd name="connsiteX9" fmla="*/ 147727 w 199543"/>
                <a:gd name="connsiteY9" fmla="*/ 385892 h 389431"/>
                <a:gd name="connsiteX10" fmla="*/ 195360 w 199543"/>
                <a:gd name="connsiteY10" fmla="*/ 360466 h 389431"/>
                <a:gd name="connsiteX11" fmla="*/ 195360 w 199543"/>
                <a:gd name="connsiteY11" fmla="*/ 195360 h 389431"/>
                <a:gd name="connsiteX12" fmla="*/ 147727 w 199543"/>
                <a:gd name="connsiteY12" fmla="*/ 171543 h 38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9543" h="389431">
                  <a:moveTo>
                    <a:pt x="195360" y="36368"/>
                  </a:moveTo>
                  <a:lnTo>
                    <a:pt x="147727" y="4828"/>
                  </a:lnTo>
                  <a:lnTo>
                    <a:pt x="52461" y="60185"/>
                  </a:lnTo>
                  <a:lnTo>
                    <a:pt x="52461" y="123588"/>
                  </a:lnTo>
                  <a:lnTo>
                    <a:pt x="4828" y="147727"/>
                  </a:lnTo>
                  <a:lnTo>
                    <a:pt x="4828" y="197291"/>
                  </a:lnTo>
                  <a:lnTo>
                    <a:pt x="4828" y="242993"/>
                  </a:lnTo>
                  <a:lnTo>
                    <a:pt x="52461" y="274855"/>
                  </a:lnTo>
                  <a:lnTo>
                    <a:pt x="52461" y="330534"/>
                  </a:lnTo>
                  <a:lnTo>
                    <a:pt x="147727" y="385892"/>
                  </a:lnTo>
                  <a:lnTo>
                    <a:pt x="195360" y="360466"/>
                  </a:lnTo>
                  <a:lnTo>
                    <a:pt x="195360" y="195360"/>
                  </a:lnTo>
                  <a:lnTo>
                    <a:pt x="147727" y="171543"/>
                  </a:lnTo>
                </a:path>
              </a:pathLst>
            </a:custGeom>
            <a:noFill/>
            <a:ln w="53975" cap="flat">
              <a:solidFill>
                <a:schemeClr val="bg1"/>
              </a:solidFill>
              <a:prstDash val="solid"/>
              <a:round/>
            </a:ln>
          </p:spPr>
          <p:txBody>
            <a:bodyPr rtlCol="0" anchor="ctr"/>
            <a:lstStyle/>
            <a:p>
              <a:pPr algn="ctr"/>
              <a:endParaRPr lang="en-US"/>
            </a:p>
          </p:txBody>
        </p:sp>
        <p:sp>
          <p:nvSpPr>
            <p:cNvPr id="16" name="Freeform: Shape 30">
              <a:extLst>
                <a:ext uri="{FF2B5EF4-FFF2-40B4-BE49-F238E27FC236}">
                  <a16:creationId xmlns:a16="http://schemas.microsoft.com/office/drawing/2014/main" id="{BADB42FE-1774-3256-F839-CFF881D2AED6}"/>
                </a:ext>
              </a:extLst>
            </p:cNvPr>
            <p:cNvSpPr/>
            <p:nvPr/>
          </p:nvSpPr>
          <p:spPr>
            <a:xfrm>
              <a:off x="9926304" y="639864"/>
              <a:ext cx="54714" cy="80461"/>
            </a:xfrm>
            <a:custGeom>
              <a:avLst/>
              <a:gdLst>
                <a:gd name="connsiteX0" fmla="*/ 52461 w 54713"/>
                <a:gd name="connsiteY0" fmla="*/ 76277 h 80461"/>
                <a:gd name="connsiteX1" fmla="*/ 52461 w 54713"/>
                <a:gd name="connsiteY1" fmla="*/ 36690 h 80461"/>
                <a:gd name="connsiteX2" fmla="*/ 4828 w 54713"/>
                <a:gd name="connsiteY2" fmla="*/ 4828 h 80461"/>
              </a:gdLst>
              <a:ahLst/>
              <a:cxnLst>
                <a:cxn ang="0">
                  <a:pos x="connsiteX0" y="connsiteY0"/>
                </a:cxn>
                <a:cxn ang="0">
                  <a:pos x="connsiteX1" y="connsiteY1"/>
                </a:cxn>
                <a:cxn ang="0">
                  <a:pos x="connsiteX2" y="connsiteY2"/>
                </a:cxn>
              </a:cxnLst>
              <a:rect l="l" t="t" r="r" b="b"/>
              <a:pathLst>
                <a:path w="54713" h="80461">
                  <a:moveTo>
                    <a:pt x="52461" y="76277"/>
                  </a:moveTo>
                  <a:lnTo>
                    <a:pt x="52461" y="36690"/>
                  </a:lnTo>
                  <a:lnTo>
                    <a:pt x="4828" y="4828"/>
                  </a:lnTo>
                </a:path>
              </a:pathLst>
            </a:custGeom>
            <a:noFill/>
            <a:ln w="53975" cap="flat">
              <a:solidFill>
                <a:schemeClr val="bg1"/>
              </a:solidFill>
              <a:prstDash val="solid"/>
              <a:round/>
            </a:ln>
          </p:spPr>
          <p:txBody>
            <a:bodyPr rtlCol="0" anchor="ctr"/>
            <a:lstStyle/>
            <a:p>
              <a:pPr algn="ctr"/>
              <a:endParaRPr lang="en-US"/>
            </a:p>
          </p:txBody>
        </p:sp>
        <p:sp>
          <p:nvSpPr>
            <p:cNvPr id="17" name="Freeform: Shape 31">
              <a:extLst>
                <a:ext uri="{FF2B5EF4-FFF2-40B4-BE49-F238E27FC236}">
                  <a16:creationId xmlns:a16="http://schemas.microsoft.com/office/drawing/2014/main" id="{0E08636D-2D75-3627-315B-68C62A67E6F6}"/>
                </a:ext>
              </a:extLst>
            </p:cNvPr>
            <p:cNvSpPr/>
            <p:nvPr/>
          </p:nvSpPr>
          <p:spPr>
            <a:xfrm>
              <a:off x="10212102" y="599633"/>
              <a:ext cx="9655" cy="93335"/>
            </a:xfrm>
            <a:custGeom>
              <a:avLst/>
              <a:gdLst>
                <a:gd name="connsiteX0" fmla="*/ 4828 w 9655"/>
                <a:gd name="connsiteY0" fmla="*/ 4828 h 93334"/>
                <a:gd name="connsiteX1" fmla="*/ 4828 w 9655"/>
                <a:gd name="connsiteY1" fmla="*/ 46989 h 93334"/>
                <a:gd name="connsiteX2" fmla="*/ 4828 w 9655"/>
                <a:gd name="connsiteY2" fmla="*/ 89473 h 93334"/>
              </a:gdLst>
              <a:ahLst/>
              <a:cxnLst>
                <a:cxn ang="0">
                  <a:pos x="connsiteX0" y="connsiteY0"/>
                </a:cxn>
                <a:cxn ang="0">
                  <a:pos x="connsiteX1" y="connsiteY1"/>
                </a:cxn>
                <a:cxn ang="0">
                  <a:pos x="connsiteX2" y="connsiteY2"/>
                </a:cxn>
              </a:cxnLst>
              <a:rect l="l" t="t" r="r" b="b"/>
              <a:pathLst>
                <a:path w="9655" h="93334">
                  <a:moveTo>
                    <a:pt x="4828" y="4828"/>
                  </a:moveTo>
                  <a:lnTo>
                    <a:pt x="4828" y="46989"/>
                  </a:lnTo>
                  <a:lnTo>
                    <a:pt x="4828" y="89473"/>
                  </a:lnTo>
                  <a:close/>
                </a:path>
              </a:pathLst>
            </a:custGeom>
            <a:noFill/>
            <a:ln w="53975" cap="flat">
              <a:solidFill>
                <a:schemeClr val="bg1"/>
              </a:solidFill>
              <a:prstDash val="solid"/>
              <a:round/>
            </a:ln>
          </p:spPr>
          <p:txBody>
            <a:bodyPr rtlCol="0" anchor="ctr"/>
            <a:lstStyle/>
            <a:p>
              <a:pPr algn="ctr"/>
              <a:endParaRPr lang="en-US"/>
            </a:p>
          </p:txBody>
        </p:sp>
        <p:sp>
          <p:nvSpPr>
            <p:cNvPr id="18" name="Freeform: Shape 32">
              <a:extLst>
                <a:ext uri="{FF2B5EF4-FFF2-40B4-BE49-F238E27FC236}">
                  <a16:creationId xmlns:a16="http://schemas.microsoft.com/office/drawing/2014/main" id="{81FB9901-A4D2-E077-F06A-CC42DFF79E4C}"/>
                </a:ext>
              </a:extLst>
            </p:cNvPr>
            <p:cNvSpPr/>
            <p:nvPr/>
          </p:nvSpPr>
          <p:spPr>
            <a:xfrm>
              <a:off x="10164469" y="663680"/>
              <a:ext cx="54714" cy="32184"/>
            </a:xfrm>
            <a:custGeom>
              <a:avLst/>
              <a:gdLst>
                <a:gd name="connsiteX0" fmla="*/ 4828 w 54713"/>
                <a:gd name="connsiteY0" fmla="*/ 4828 h 32184"/>
                <a:gd name="connsiteX1" fmla="*/ 52461 w 54713"/>
                <a:gd name="connsiteY1" fmla="*/ 28644 h 32184"/>
              </a:gdLst>
              <a:ahLst/>
              <a:cxnLst>
                <a:cxn ang="0">
                  <a:pos x="connsiteX0" y="connsiteY0"/>
                </a:cxn>
                <a:cxn ang="0">
                  <a:pos x="connsiteX1" y="connsiteY1"/>
                </a:cxn>
              </a:cxnLst>
              <a:rect l="l" t="t" r="r" b="b"/>
              <a:pathLst>
                <a:path w="54713" h="32184">
                  <a:moveTo>
                    <a:pt x="4828" y="4828"/>
                  </a:moveTo>
                  <a:lnTo>
                    <a:pt x="52461" y="28644"/>
                  </a:lnTo>
                </a:path>
              </a:pathLst>
            </a:custGeom>
            <a:ln w="53975" cap="flat">
              <a:solidFill>
                <a:schemeClr val="bg1"/>
              </a:solidFill>
              <a:prstDash val="solid"/>
              <a:round/>
            </a:ln>
          </p:spPr>
          <p:txBody>
            <a:bodyPr rtlCol="0" anchor="ctr"/>
            <a:lstStyle/>
            <a:p>
              <a:pPr algn="ctr"/>
              <a:endParaRPr lang="en-US"/>
            </a:p>
          </p:txBody>
        </p:sp>
        <p:sp>
          <p:nvSpPr>
            <p:cNvPr id="19" name="Freeform: Shape 33">
              <a:extLst>
                <a:ext uri="{FF2B5EF4-FFF2-40B4-BE49-F238E27FC236}">
                  <a16:creationId xmlns:a16="http://schemas.microsoft.com/office/drawing/2014/main" id="{772656DD-8F5B-971E-92B1-F281D3B718E1}"/>
                </a:ext>
              </a:extLst>
            </p:cNvPr>
            <p:cNvSpPr/>
            <p:nvPr/>
          </p:nvSpPr>
          <p:spPr>
            <a:xfrm>
              <a:off x="10132928" y="536552"/>
              <a:ext cx="38621" cy="9655"/>
            </a:xfrm>
            <a:custGeom>
              <a:avLst/>
              <a:gdLst>
                <a:gd name="connsiteX0" fmla="*/ 36368 w 38621"/>
                <a:gd name="connsiteY0" fmla="*/ 4828 h 9655"/>
                <a:gd name="connsiteX1" fmla="*/ 4828 w 38621"/>
                <a:gd name="connsiteY1" fmla="*/ 4828 h 9655"/>
              </a:gdLst>
              <a:ahLst/>
              <a:cxnLst>
                <a:cxn ang="0">
                  <a:pos x="connsiteX0" y="connsiteY0"/>
                </a:cxn>
                <a:cxn ang="0">
                  <a:pos x="connsiteX1" y="connsiteY1"/>
                </a:cxn>
              </a:cxnLst>
              <a:rect l="l" t="t" r="r" b="b"/>
              <a:pathLst>
                <a:path w="38621" h="9655">
                  <a:moveTo>
                    <a:pt x="36368" y="4828"/>
                  </a:moveTo>
                  <a:lnTo>
                    <a:pt x="4828" y="4828"/>
                  </a:lnTo>
                </a:path>
              </a:pathLst>
            </a:custGeom>
            <a:ln w="53975" cap="flat">
              <a:solidFill>
                <a:schemeClr val="bg1"/>
              </a:solidFill>
              <a:prstDash val="solid"/>
              <a:round/>
            </a:ln>
          </p:spPr>
          <p:txBody>
            <a:bodyPr rtlCol="0" anchor="ctr"/>
            <a:lstStyle/>
            <a:p>
              <a:pPr algn="ctr"/>
              <a:endParaRPr lang="en-US"/>
            </a:p>
          </p:txBody>
        </p:sp>
        <p:sp>
          <p:nvSpPr>
            <p:cNvPr id="20" name="Freeform: Shape 34">
              <a:extLst>
                <a:ext uri="{FF2B5EF4-FFF2-40B4-BE49-F238E27FC236}">
                  <a16:creationId xmlns:a16="http://schemas.microsoft.com/office/drawing/2014/main" id="{678B85A6-843B-B6B0-ACBF-5CCA3D2F7D3A}"/>
                </a:ext>
              </a:extLst>
            </p:cNvPr>
            <p:cNvSpPr/>
            <p:nvPr/>
          </p:nvSpPr>
          <p:spPr>
            <a:xfrm>
              <a:off x="10021570" y="751222"/>
              <a:ext cx="54714" cy="9655"/>
            </a:xfrm>
            <a:custGeom>
              <a:avLst/>
              <a:gdLst>
                <a:gd name="connsiteX0" fmla="*/ 4828 w 54713"/>
                <a:gd name="connsiteY0" fmla="*/ 4828 h 9655"/>
                <a:gd name="connsiteX1" fmla="*/ 52461 w 54713"/>
                <a:gd name="connsiteY1" fmla="*/ 4828 h 9655"/>
              </a:gdLst>
              <a:ahLst/>
              <a:cxnLst>
                <a:cxn ang="0">
                  <a:pos x="connsiteX0" y="connsiteY0"/>
                </a:cxn>
                <a:cxn ang="0">
                  <a:pos x="connsiteX1" y="connsiteY1"/>
                </a:cxn>
              </a:cxnLst>
              <a:rect l="l" t="t" r="r" b="b"/>
              <a:pathLst>
                <a:path w="54713" h="9655">
                  <a:moveTo>
                    <a:pt x="4828" y="4828"/>
                  </a:moveTo>
                  <a:lnTo>
                    <a:pt x="52461" y="4828"/>
                  </a:lnTo>
                </a:path>
              </a:pathLst>
            </a:custGeom>
            <a:ln w="53975" cap="flat">
              <a:solidFill>
                <a:schemeClr val="bg1"/>
              </a:solidFill>
              <a:prstDash val="solid"/>
              <a:round/>
            </a:ln>
          </p:spPr>
          <p:txBody>
            <a:bodyPr rtlCol="0" anchor="ctr"/>
            <a:lstStyle/>
            <a:p>
              <a:pPr algn="ctr"/>
              <a:endParaRPr lang="en-US"/>
            </a:p>
          </p:txBody>
        </p:sp>
        <p:sp>
          <p:nvSpPr>
            <p:cNvPr id="21" name="Freeform: Shape 35">
              <a:extLst>
                <a:ext uri="{FF2B5EF4-FFF2-40B4-BE49-F238E27FC236}">
                  <a16:creationId xmlns:a16="http://schemas.microsoft.com/office/drawing/2014/main" id="{36A65E3B-1EF8-9C38-9056-CB6FF60A363E}"/>
                </a:ext>
              </a:extLst>
            </p:cNvPr>
            <p:cNvSpPr/>
            <p:nvPr/>
          </p:nvSpPr>
          <p:spPr>
            <a:xfrm>
              <a:off x="10101065" y="520781"/>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53975" cap="flat">
              <a:solidFill>
                <a:schemeClr val="bg1"/>
              </a:solidFill>
              <a:prstDash val="solid"/>
              <a:round/>
            </a:ln>
          </p:spPr>
          <p:txBody>
            <a:bodyPr rtlCol="0" anchor="ctr"/>
            <a:lstStyle/>
            <a:p>
              <a:pPr algn="ctr"/>
              <a:endParaRPr lang="en-US"/>
            </a:p>
          </p:txBody>
        </p:sp>
        <p:sp>
          <p:nvSpPr>
            <p:cNvPr id="22" name="Freeform: Shape 36">
              <a:extLst>
                <a:ext uri="{FF2B5EF4-FFF2-40B4-BE49-F238E27FC236}">
                  <a16:creationId xmlns:a16="http://schemas.microsoft.com/office/drawing/2014/main" id="{6BCDD264-30B3-71DC-E482-5566B5A6839E}"/>
                </a:ext>
              </a:extLst>
            </p:cNvPr>
            <p:cNvSpPr/>
            <p:nvPr/>
          </p:nvSpPr>
          <p:spPr>
            <a:xfrm>
              <a:off x="10132928" y="639864"/>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53975" cap="flat">
              <a:solidFill>
                <a:schemeClr val="bg1"/>
              </a:solidFill>
              <a:prstDash val="solid"/>
              <a:round/>
            </a:ln>
          </p:spPr>
          <p:txBody>
            <a:bodyPr rtlCol="0" anchor="ctr"/>
            <a:lstStyle/>
            <a:p>
              <a:pPr algn="ctr"/>
              <a:endParaRPr lang="en-US"/>
            </a:p>
          </p:txBody>
        </p:sp>
        <p:sp>
          <p:nvSpPr>
            <p:cNvPr id="23" name="Freeform: Shape 37">
              <a:extLst>
                <a:ext uri="{FF2B5EF4-FFF2-40B4-BE49-F238E27FC236}">
                  <a16:creationId xmlns:a16="http://schemas.microsoft.com/office/drawing/2014/main" id="{AFFB09EA-AABF-863A-529C-571D10D1FA3C}"/>
                </a:ext>
              </a:extLst>
            </p:cNvPr>
            <p:cNvSpPr/>
            <p:nvPr/>
          </p:nvSpPr>
          <p:spPr>
            <a:xfrm>
              <a:off x="10069203" y="600277"/>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53975" cap="flat">
              <a:solidFill>
                <a:schemeClr val="bg1"/>
              </a:solidFill>
              <a:prstDash val="solid"/>
              <a:round/>
            </a:ln>
          </p:spPr>
          <p:txBody>
            <a:bodyPr rtlCol="0" anchor="ctr"/>
            <a:lstStyle/>
            <a:p>
              <a:pPr algn="ctr"/>
              <a:endParaRPr lang="en-US"/>
            </a:p>
          </p:txBody>
        </p:sp>
        <p:sp>
          <p:nvSpPr>
            <p:cNvPr id="24" name="Freeform: Shape 38">
              <a:extLst>
                <a:ext uri="{FF2B5EF4-FFF2-40B4-BE49-F238E27FC236}">
                  <a16:creationId xmlns:a16="http://schemas.microsoft.com/office/drawing/2014/main" id="{DEC23D03-819A-F36E-C5DF-E87198BEC109}"/>
                </a:ext>
              </a:extLst>
            </p:cNvPr>
            <p:cNvSpPr/>
            <p:nvPr/>
          </p:nvSpPr>
          <p:spPr>
            <a:xfrm>
              <a:off x="10069203" y="735452"/>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53975" cap="flat">
              <a:solidFill>
                <a:schemeClr val="bg1"/>
              </a:solidFill>
              <a:prstDash val="solid"/>
              <a:round/>
            </a:ln>
          </p:spPr>
          <p:txBody>
            <a:bodyPr rtlCol="0" anchor="ctr"/>
            <a:lstStyle/>
            <a:p>
              <a:pPr algn="ctr"/>
              <a:endParaRPr lang="en-US"/>
            </a:p>
          </p:txBody>
        </p:sp>
        <p:sp>
          <p:nvSpPr>
            <p:cNvPr id="25" name="Freeform: Shape 39">
              <a:extLst>
                <a:ext uri="{FF2B5EF4-FFF2-40B4-BE49-F238E27FC236}">
                  <a16:creationId xmlns:a16="http://schemas.microsoft.com/office/drawing/2014/main" id="{517EC036-A0DC-C7B7-8A04-3868B2A32B4D}"/>
                </a:ext>
              </a:extLst>
            </p:cNvPr>
            <p:cNvSpPr/>
            <p:nvPr/>
          </p:nvSpPr>
          <p:spPr>
            <a:xfrm>
              <a:off x="10021570" y="449332"/>
              <a:ext cx="199544" cy="389432"/>
            </a:xfrm>
            <a:custGeom>
              <a:avLst/>
              <a:gdLst>
                <a:gd name="connsiteX0" fmla="*/ 52461 w 199543"/>
                <a:gd name="connsiteY0" fmla="*/ 163497 h 389431"/>
                <a:gd name="connsiteX1" fmla="*/ 4828 w 199543"/>
                <a:gd name="connsiteY1" fmla="*/ 131956 h 389431"/>
                <a:gd name="connsiteX2" fmla="*/ 4828 w 199543"/>
                <a:gd name="connsiteY2" fmla="*/ 36368 h 389431"/>
                <a:gd name="connsiteX3" fmla="*/ 52461 w 199543"/>
                <a:gd name="connsiteY3" fmla="*/ 4828 h 389431"/>
                <a:gd name="connsiteX4" fmla="*/ 147727 w 199543"/>
                <a:gd name="connsiteY4" fmla="*/ 61794 h 389431"/>
                <a:gd name="connsiteX5" fmla="*/ 147727 w 199543"/>
                <a:gd name="connsiteY5" fmla="*/ 123588 h 389431"/>
                <a:gd name="connsiteX6" fmla="*/ 195360 w 199543"/>
                <a:gd name="connsiteY6" fmla="*/ 150623 h 389431"/>
                <a:gd name="connsiteX7" fmla="*/ 195360 w 199543"/>
                <a:gd name="connsiteY7" fmla="*/ 197291 h 389431"/>
                <a:gd name="connsiteX8" fmla="*/ 195360 w 199543"/>
                <a:gd name="connsiteY8" fmla="*/ 242993 h 389431"/>
                <a:gd name="connsiteX9" fmla="*/ 147727 w 199543"/>
                <a:gd name="connsiteY9" fmla="*/ 274855 h 389431"/>
                <a:gd name="connsiteX10" fmla="*/ 147727 w 199543"/>
                <a:gd name="connsiteY10" fmla="*/ 330534 h 389431"/>
                <a:gd name="connsiteX11" fmla="*/ 52461 w 199543"/>
                <a:gd name="connsiteY11" fmla="*/ 385892 h 389431"/>
                <a:gd name="connsiteX12" fmla="*/ 4828 w 199543"/>
                <a:gd name="connsiteY12" fmla="*/ 362075 h 389431"/>
                <a:gd name="connsiteX13" fmla="*/ 4828 w 199543"/>
                <a:gd name="connsiteY13" fmla="*/ 197934 h 38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9543" h="389431">
                  <a:moveTo>
                    <a:pt x="52461" y="163497"/>
                  </a:moveTo>
                  <a:lnTo>
                    <a:pt x="4828" y="131956"/>
                  </a:lnTo>
                  <a:lnTo>
                    <a:pt x="4828" y="36368"/>
                  </a:lnTo>
                  <a:lnTo>
                    <a:pt x="52461" y="4828"/>
                  </a:lnTo>
                  <a:lnTo>
                    <a:pt x="147727" y="61794"/>
                  </a:lnTo>
                  <a:lnTo>
                    <a:pt x="147727" y="123588"/>
                  </a:lnTo>
                  <a:lnTo>
                    <a:pt x="195360" y="150623"/>
                  </a:lnTo>
                  <a:lnTo>
                    <a:pt x="195360" y="197291"/>
                  </a:lnTo>
                  <a:lnTo>
                    <a:pt x="195360" y="242993"/>
                  </a:lnTo>
                  <a:lnTo>
                    <a:pt x="147727" y="274855"/>
                  </a:lnTo>
                  <a:lnTo>
                    <a:pt x="147727" y="330534"/>
                  </a:lnTo>
                  <a:lnTo>
                    <a:pt x="52461" y="385892"/>
                  </a:lnTo>
                  <a:lnTo>
                    <a:pt x="4828" y="362075"/>
                  </a:lnTo>
                  <a:lnTo>
                    <a:pt x="4828" y="197934"/>
                  </a:lnTo>
                </a:path>
              </a:pathLst>
            </a:custGeom>
            <a:noFill/>
            <a:ln w="53975" cap="flat">
              <a:solidFill>
                <a:schemeClr val="bg1"/>
              </a:solidFill>
              <a:prstDash val="solid"/>
              <a:round/>
            </a:ln>
          </p:spPr>
          <p:txBody>
            <a:bodyPr rtlCol="0" anchor="ctr"/>
            <a:lstStyle/>
            <a:p>
              <a:pPr algn="ctr"/>
              <a:endParaRPr lang="en-US"/>
            </a:p>
          </p:txBody>
        </p:sp>
      </p:grpSp>
      <p:sp>
        <p:nvSpPr>
          <p:cNvPr id="26" name="Slide Number">
            <a:extLst>
              <a:ext uri="{FF2B5EF4-FFF2-40B4-BE49-F238E27FC236}">
                <a16:creationId xmlns:a16="http://schemas.microsoft.com/office/drawing/2014/main" id="{E7A23F66-1657-489E-8769-B7CCC9F020A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pic>
        <p:nvPicPr>
          <p:cNvPr id="27" name="Picture 26" descr="drive-qr.png"/>
          <p:cNvPicPr>
            <a:picLocks noChangeAspect="1"/>
          </p:cNvPicPr>
          <p:nvPr/>
        </p:nvPicPr>
        <p:blipFill>
          <a:blip r:embed="rId3"/>
          <a:stretch>
            <a:fillRect/>
          </a:stretch>
        </p:blipFill>
        <p:spPr>
          <a:xfrm>
            <a:off x="1024128" y="5989320"/>
            <a:ext cx="777240" cy="77724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t>What grade did you give Marcus?</a:t>
            </a:r>
          </a:p>
        </p:txBody>
      </p:sp>
      <p:grpSp>
        <p:nvGrpSpPr>
          <p:cNvPr id="3" name="Group 8">
            <a:extLst>
              <a:ext uri="{FF2B5EF4-FFF2-40B4-BE49-F238E27FC236}">
                <a16:creationId xmlns:a16="http://schemas.microsoft.com/office/drawing/2014/main" id="{593AF3B1-3227-FCED-C8F1-E350CFCE8EDA}"/>
              </a:ext>
            </a:extLst>
          </p:cNvPr>
          <p:cNvGrpSpPr/>
          <p:nvPr/>
        </p:nvGrpSpPr>
        <p:grpSpPr>
          <a:xfrm>
            <a:off x="17318" y="6364432"/>
            <a:ext cx="961444" cy="415638"/>
            <a:chOff x="0" y="6364432"/>
            <a:chExt cx="961444" cy="415638"/>
          </a:xfrm>
        </p:grpSpPr>
        <p:pic>
          <p:nvPicPr>
            <p:cNvPr id="4" name="Picture 6" descr="A computer with blue text&#10;&#10;AI-generated content may be incorrect.">
              <a:extLst>
                <a:ext uri="{FF2B5EF4-FFF2-40B4-BE49-F238E27FC236}">
                  <a16:creationId xmlns:a16="http://schemas.microsoft.com/office/drawing/2014/main" id="{2AD2447E-1301-29BD-81D8-8148441ED689}"/>
                </a:ext>
              </a:extLst>
            </p:cNvPr>
            <p:cNvPicPr>
              <a:picLocks noChangeAspect="1"/>
            </p:cNvPicPr>
            <p:nvPr/>
          </p:nvPicPr>
          <p:blipFill>
            <a:blip r:embed="rId2"/>
            <a:stretch>
              <a:fillRect/>
            </a:stretch>
          </p:blipFill>
          <p:spPr>
            <a:xfrm>
              <a:off x="554285" y="6386118"/>
              <a:ext cx="407159" cy="361667"/>
            </a:xfrm>
            <a:prstGeom prst="rect">
              <a:avLst/>
            </a:prstGeom>
          </p:spPr>
        </p:pic>
        <p:pic>
          <p:nvPicPr>
            <p:cNvPr id="5" name="Picture 7" descr="A stack of books with a yellow bookmark&#10;&#10;AI-generated content may be incorrect.">
              <a:extLst>
                <a:ext uri="{FF2B5EF4-FFF2-40B4-BE49-F238E27FC236}">
                  <a16:creationId xmlns:a16="http://schemas.microsoft.com/office/drawing/2014/main" id="{49A4D62C-8B47-FE87-C5CF-BE22C6BDC151}"/>
                </a:ext>
              </a:extLst>
            </p:cNvPr>
            <p:cNvPicPr>
              <a:picLocks noChangeAspect="1"/>
            </p:cNvPicPr>
            <p:nvPr/>
          </p:nvPicPr>
          <p:blipFill>
            <a:blip r:embed="rId3"/>
            <a:stretch>
              <a:fillRect/>
            </a:stretch>
          </p:blipFill>
          <p:spPr>
            <a:xfrm>
              <a:off x="0" y="6364432"/>
              <a:ext cx="467592" cy="415638"/>
            </a:xfrm>
            <a:prstGeom prst="rect">
              <a:avLst/>
            </a:prstGeom>
          </p:spPr>
        </p:pic>
      </p:grpSp>
      <p:sp>
        <p:nvSpPr>
          <p:cNvPr id="6"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7" name="Rounded Rectangle 6"/>
          <p:cNvSpPr/>
          <p:nvPr/>
        </p:nvSpPr>
        <p:spPr>
          <a:xfrm>
            <a:off x="1664208" y="1783080"/>
            <a:ext cx="2011680" cy="228600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274320" rIns="274320" tIns="192024" bIns="192024"/>
          <a:lstStyle/>
          <a:p>
            <a:pPr algn="ctr">
              <a:spcAft>
                <a:spcPts val="800"/>
              </a:spcAft>
              <a:buNone/>
            </a:pPr>
            <a:r>
              <a:rPr b="1" sz="8800">
                <a:solidFill>
                  <a:srgbClr val="232F3E"/>
                </a:solidFill>
              </a:rPr>
              <a:t>A</a:t>
            </a:r>
          </a:p>
        </p:txBody>
      </p:sp>
      <p:sp>
        <p:nvSpPr>
          <p:cNvPr id="8" name="Rounded Rectangle 7"/>
          <p:cNvSpPr/>
          <p:nvPr/>
        </p:nvSpPr>
        <p:spPr>
          <a:xfrm>
            <a:off x="3950208" y="1783080"/>
            <a:ext cx="2011680" cy="228600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274320" rIns="274320" tIns="192024" bIns="192024"/>
          <a:lstStyle/>
          <a:p>
            <a:pPr algn="ctr">
              <a:spcAft>
                <a:spcPts val="800"/>
              </a:spcAft>
              <a:buNone/>
            </a:pPr>
            <a:r>
              <a:rPr b="1" sz="8800">
                <a:solidFill>
                  <a:srgbClr val="232F3E"/>
                </a:solidFill>
              </a:rPr>
              <a:t>B</a:t>
            </a:r>
          </a:p>
        </p:txBody>
      </p:sp>
      <p:sp>
        <p:nvSpPr>
          <p:cNvPr id="9" name="Rounded Rectangle 8"/>
          <p:cNvSpPr/>
          <p:nvPr/>
        </p:nvSpPr>
        <p:spPr>
          <a:xfrm>
            <a:off x="6236208" y="1783080"/>
            <a:ext cx="2011680" cy="228600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274320" rIns="274320" tIns="192024" bIns="192024"/>
          <a:lstStyle/>
          <a:p>
            <a:pPr algn="ctr">
              <a:spcAft>
                <a:spcPts val="800"/>
              </a:spcAft>
              <a:buNone/>
            </a:pPr>
            <a:r>
              <a:rPr b="1" sz="8800">
                <a:solidFill>
                  <a:srgbClr val="232F3E"/>
                </a:solidFill>
              </a:rPr>
              <a:t>C</a:t>
            </a:r>
          </a:p>
        </p:txBody>
      </p:sp>
      <p:sp>
        <p:nvSpPr>
          <p:cNvPr id="10" name="Rounded Rectangle 9"/>
          <p:cNvSpPr/>
          <p:nvPr/>
        </p:nvSpPr>
        <p:spPr>
          <a:xfrm>
            <a:off x="8522208" y="1783080"/>
            <a:ext cx="2011680" cy="228600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274320" rIns="274320" tIns="192024" bIns="192024"/>
          <a:lstStyle/>
          <a:p>
            <a:pPr algn="ctr">
              <a:spcAft>
                <a:spcPts val="800"/>
              </a:spcAft>
              <a:buNone/>
            </a:pPr>
            <a:r>
              <a:rPr b="1" sz="8800">
                <a:solidFill>
                  <a:srgbClr val="232F3E"/>
                </a:solidFill>
              </a:rPr>
              <a:t>F</a:t>
            </a:r>
          </a:p>
        </p:txBody>
      </p:sp>
      <p:sp>
        <p:nvSpPr>
          <p:cNvPr id="11" name="TextBox 10"/>
          <p:cNvSpPr txBox="1"/>
          <p:nvPr/>
        </p:nvSpPr>
        <p:spPr>
          <a:xfrm>
            <a:off x="914400" y="4617720"/>
            <a:ext cx="10332720" cy="731520"/>
          </a:xfrm>
          <a:prstGeom prst="rect">
            <a:avLst/>
          </a:prstGeom>
          <a:noFill/>
        </p:spPr>
        <p:txBody>
          <a:bodyPr wrap="square" anchor="t" lIns="45720" rIns="45720">
            <a:spAutoFit/>
          </a:bodyPr>
          <a:lstStyle/>
          <a:p>
            <a:pPr algn="ctr">
              <a:buNone/>
            </a:pPr>
            <a:r>
              <a:rPr i="1" sz="2200">
                <a:solidFill>
                  <a:srgbClr val="5F6B7A"/>
                </a:solidFill>
              </a:rPr>
              <a:t>Hands up. Then hold that number — we'll come back to it.</a:t>
            </a:r>
          </a:p>
        </p:txBody>
      </p:sp>
      <p:pic>
        <p:nvPicPr>
          <p:cNvPr id="12" name="Picture 11" descr="drive-qr.png"/>
          <p:cNvPicPr>
            <a:picLocks noChangeAspect="1"/>
          </p:cNvPicPr>
          <p:nvPr/>
        </p:nvPicPr>
        <p:blipFill>
          <a:blip r:embed="rId5"/>
          <a:stretch>
            <a:fillRect/>
          </a:stretch>
        </p:blipFill>
        <p:spPr>
          <a:xfrm>
            <a:off x="1024128" y="5989320"/>
            <a:ext cx="777240" cy="77724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t>One assignment, four tools</a:t>
            </a:r>
          </a:p>
        </p:txBody>
      </p:sp>
      <p:grpSp>
        <p:nvGrpSpPr>
          <p:cNvPr id="3" name="Group 8">
            <a:extLst>
              <a:ext uri="{FF2B5EF4-FFF2-40B4-BE49-F238E27FC236}">
                <a16:creationId xmlns:a16="http://schemas.microsoft.com/office/drawing/2014/main" id="{593AF3B1-3227-FCED-C8F1-E350CFCE8EDA}"/>
              </a:ext>
            </a:extLst>
          </p:cNvPr>
          <p:cNvGrpSpPr/>
          <p:nvPr/>
        </p:nvGrpSpPr>
        <p:grpSpPr>
          <a:xfrm>
            <a:off x="17318" y="6364432"/>
            <a:ext cx="961444" cy="415638"/>
            <a:chOff x="0" y="6364432"/>
            <a:chExt cx="961444" cy="415638"/>
          </a:xfrm>
        </p:grpSpPr>
        <p:pic>
          <p:nvPicPr>
            <p:cNvPr id="4" name="Picture 6" descr="A computer with blue text&#10;&#10;AI-generated content may be incorrect.">
              <a:extLst>
                <a:ext uri="{FF2B5EF4-FFF2-40B4-BE49-F238E27FC236}">
                  <a16:creationId xmlns:a16="http://schemas.microsoft.com/office/drawing/2014/main" id="{2AD2447E-1301-29BD-81D8-8148441ED689}"/>
                </a:ext>
              </a:extLst>
            </p:cNvPr>
            <p:cNvPicPr>
              <a:picLocks noChangeAspect="1"/>
            </p:cNvPicPr>
            <p:nvPr/>
          </p:nvPicPr>
          <p:blipFill>
            <a:blip r:embed="rId2"/>
            <a:stretch>
              <a:fillRect/>
            </a:stretch>
          </p:blipFill>
          <p:spPr>
            <a:xfrm>
              <a:off x="554285" y="6386118"/>
              <a:ext cx="407159" cy="361667"/>
            </a:xfrm>
            <a:prstGeom prst="rect">
              <a:avLst/>
            </a:prstGeom>
          </p:spPr>
        </p:pic>
        <p:pic>
          <p:nvPicPr>
            <p:cNvPr id="5" name="Picture 7" descr="A stack of books with a yellow bookmark&#10;&#10;AI-generated content may be incorrect.">
              <a:extLst>
                <a:ext uri="{FF2B5EF4-FFF2-40B4-BE49-F238E27FC236}">
                  <a16:creationId xmlns:a16="http://schemas.microsoft.com/office/drawing/2014/main" id="{49A4D62C-8B47-FE87-C5CF-BE22C6BDC151}"/>
                </a:ext>
              </a:extLst>
            </p:cNvPr>
            <p:cNvPicPr>
              <a:picLocks noChangeAspect="1"/>
            </p:cNvPicPr>
            <p:nvPr/>
          </p:nvPicPr>
          <p:blipFill>
            <a:blip r:embed="rId3"/>
            <a:stretch>
              <a:fillRect/>
            </a:stretch>
          </p:blipFill>
          <p:spPr>
            <a:xfrm>
              <a:off x="0" y="6364432"/>
              <a:ext cx="467592" cy="415638"/>
            </a:xfrm>
            <a:prstGeom prst="rect">
              <a:avLst/>
            </a:prstGeom>
          </p:spPr>
        </p:pic>
      </p:grpSp>
      <p:sp>
        <p:nvSpPr>
          <p:cNvPr id="6"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7" name="Rounded Rectangle 6"/>
          <p:cNvSpPr/>
          <p:nvPr/>
        </p:nvSpPr>
        <p:spPr>
          <a:xfrm>
            <a:off x="457200" y="1554480"/>
            <a:ext cx="2560320" cy="297180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164592" rIns="164592" tIns="115214" bIns="115214"/>
          <a:lstStyle/>
          <a:p>
            <a:pPr algn="ctr">
              <a:spcAft>
                <a:spcPts val="1000"/>
              </a:spcAft>
              <a:buNone/>
            </a:pPr>
            <a:r>
              <a:rPr i="1" sz="1900">
                <a:solidFill>
                  <a:srgbClr val="232F3E"/>
                </a:solidFill>
              </a:rPr>
              <a:t>Rubric Builder</a:t>
            </a:r>
          </a:p>
          <a:p>
            <a:pPr algn="ctr">
              <a:spcAft>
                <a:spcPts val="800"/>
              </a:spcAft>
              <a:buNone/>
            </a:pPr>
            <a:r>
              <a:rPr b="1" sz="1800">
                <a:solidFill>
                  <a:srgbClr val="156082"/>
                </a:solidFill>
              </a:rPr>
              <a:t>Build the rubric</a:t>
            </a:r>
          </a:p>
          <a:p>
            <a:pPr algn="ctr">
              <a:spcAft>
                <a:spcPts val="800"/>
              </a:spcAft>
              <a:buNone/>
            </a:pPr>
            <a:r>
              <a:rPr sz="1600">
                <a:solidFill>
                  <a:srgbClr val="5F6B7A"/>
                </a:solidFill>
              </a:rPr>
              <a:t>Amazon Quick</a:t>
            </a:r>
          </a:p>
        </p:txBody>
      </p:sp>
      <p:sp>
        <p:nvSpPr>
          <p:cNvPr id="8" name="Right Arrow 7"/>
          <p:cNvSpPr/>
          <p:nvPr/>
        </p:nvSpPr>
        <p:spPr>
          <a:xfrm>
            <a:off x="3054096" y="2834640"/>
            <a:ext cx="274320" cy="420624"/>
          </a:xfrm>
          <a:prstGeom prst="rightArrow">
            <a:avLst/>
          </a:prstGeom>
          <a:solidFill>
            <a:srgbClr val="156082"/>
          </a:solidFill>
          <a:ln>
            <a:noFill/>
          </a:ln>
        </p:spPr>
        <p:txBody>
          <a:bodyPr rtlCol="0" anchor="ctr"/>
          <a:lstStyle/>
          <a:p>
            <a:pPr algn="ctr"/>
          </a:p>
        </p:txBody>
      </p:sp>
      <p:sp>
        <p:nvSpPr>
          <p:cNvPr id="9" name="Rounded Rectangle 8"/>
          <p:cNvSpPr/>
          <p:nvPr/>
        </p:nvSpPr>
        <p:spPr>
          <a:xfrm>
            <a:off x="3364992" y="1554480"/>
            <a:ext cx="2560320" cy="297180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164592" rIns="164592" tIns="115214" bIns="115214"/>
          <a:lstStyle/>
          <a:p>
            <a:pPr algn="ctr">
              <a:spcAft>
                <a:spcPts val="1000"/>
              </a:spcAft>
              <a:buNone/>
            </a:pPr>
            <a:r>
              <a:rPr i="1" sz="1900">
                <a:solidFill>
                  <a:srgbClr val="232F3E"/>
                </a:solidFill>
              </a:rPr>
              <a:t>AI‑Proofing Assistant</a:t>
            </a:r>
          </a:p>
          <a:p>
            <a:pPr algn="ctr">
              <a:spcAft>
                <a:spcPts val="800"/>
              </a:spcAft>
              <a:buNone/>
            </a:pPr>
            <a:r>
              <a:rPr b="1" sz="1800">
                <a:solidFill>
                  <a:srgbClr val="156082"/>
                </a:solidFill>
              </a:rPr>
              <a:t>Harden the assignment</a:t>
            </a:r>
          </a:p>
          <a:p>
            <a:pPr algn="ctr">
              <a:spcAft>
                <a:spcPts val="800"/>
              </a:spcAft>
              <a:buNone/>
            </a:pPr>
            <a:r>
              <a:rPr sz="1600">
                <a:solidFill>
                  <a:srgbClr val="5F6B7A"/>
                </a:solidFill>
              </a:rPr>
              <a:t>Amazon Quick</a:t>
            </a:r>
          </a:p>
        </p:txBody>
      </p:sp>
      <p:sp>
        <p:nvSpPr>
          <p:cNvPr id="10" name="Right Arrow 9"/>
          <p:cNvSpPr/>
          <p:nvPr/>
        </p:nvSpPr>
        <p:spPr>
          <a:xfrm>
            <a:off x="5961888" y="2834640"/>
            <a:ext cx="274320" cy="420624"/>
          </a:xfrm>
          <a:prstGeom prst="rightArrow">
            <a:avLst/>
          </a:prstGeom>
          <a:solidFill>
            <a:srgbClr val="156082"/>
          </a:solidFill>
          <a:ln>
            <a:noFill/>
          </a:ln>
        </p:spPr>
        <p:txBody>
          <a:bodyPr rtlCol="0" anchor="ctr"/>
          <a:lstStyle/>
          <a:p>
            <a:pPr algn="ctr"/>
          </a:p>
        </p:txBody>
      </p:sp>
      <p:sp>
        <p:nvSpPr>
          <p:cNvPr id="11" name="Rounded Rectangle 10"/>
          <p:cNvSpPr/>
          <p:nvPr/>
        </p:nvSpPr>
        <p:spPr>
          <a:xfrm>
            <a:off x="6272784" y="1554480"/>
            <a:ext cx="2560320" cy="297180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164592" rIns="164592" tIns="115214" bIns="115214"/>
          <a:lstStyle/>
          <a:p>
            <a:pPr algn="ctr">
              <a:spcAft>
                <a:spcPts val="1000"/>
              </a:spcAft>
              <a:buNone/>
            </a:pPr>
            <a:r>
              <a:rPr i="1" sz="1900">
                <a:solidFill>
                  <a:srgbClr val="232F3E"/>
                </a:solidFill>
              </a:rPr>
              <a:t>Grading Assistant</a:t>
            </a:r>
          </a:p>
          <a:p>
            <a:pPr algn="ctr">
              <a:spcAft>
                <a:spcPts val="800"/>
              </a:spcAft>
              <a:buNone/>
            </a:pPr>
            <a:r>
              <a:rPr b="1" sz="1800">
                <a:solidFill>
                  <a:srgbClr val="156082"/>
                </a:solidFill>
              </a:rPr>
              <a:t>Grade against the rubric</a:t>
            </a:r>
          </a:p>
          <a:p>
            <a:pPr algn="ctr">
              <a:spcAft>
                <a:spcPts val="800"/>
              </a:spcAft>
              <a:buNone/>
            </a:pPr>
            <a:r>
              <a:rPr sz="1600">
                <a:solidFill>
                  <a:srgbClr val="5F6B7A"/>
                </a:solidFill>
              </a:rPr>
              <a:t>Kiro</a:t>
            </a:r>
          </a:p>
        </p:txBody>
      </p:sp>
      <p:sp>
        <p:nvSpPr>
          <p:cNvPr id="12" name="Right Arrow 11"/>
          <p:cNvSpPr/>
          <p:nvPr/>
        </p:nvSpPr>
        <p:spPr>
          <a:xfrm>
            <a:off x="8869680" y="2834640"/>
            <a:ext cx="274320" cy="420624"/>
          </a:xfrm>
          <a:prstGeom prst="rightArrow">
            <a:avLst/>
          </a:prstGeom>
          <a:solidFill>
            <a:srgbClr val="156082"/>
          </a:solidFill>
          <a:ln>
            <a:noFill/>
          </a:ln>
        </p:spPr>
        <p:txBody>
          <a:bodyPr rtlCol="0" anchor="ctr"/>
          <a:lstStyle/>
          <a:p>
            <a:pPr algn="ctr"/>
          </a:p>
        </p:txBody>
      </p:sp>
      <p:sp>
        <p:nvSpPr>
          <p:cNvPr id="13" name="Rounded Rectangle 12"/>
          <p:cNvSpPr/>
          <p:nvPr/>
        </p:nvSpPr>
        <p:spPr>
          <a:xfrm>
            <a:off x="9180576" y="1554480"/>
            <a:ext cx="2560320" cy="297180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164592" rIns="164592" tIns="115214" bIns="115214"/>
          <a:lstStyle/>
          <a:p>
            <a:pPr algn="ctr">
              <a:spcAft>
                <a:spcPts val="1000"/>
              </a:spcAft>
              <a:buNone/>
            </a:pPr>
            <a:r>
              <a:rPr i="1" sz="1900">
                <a:solidFill>
                  <a:srgbClr val="232F3E"/>
                </a:solidFill>
              </a:rPr>
              <a:t>Pre‑Assessment Triage</a:t>
            </a:r>
          </a:p>
          <a:p>
            <a:pPr algn="ctr">
              <a:spcAft>
                <a:spcPts val="800"/>
              </a:spcAft>
              <a:buNone/>
            </a:pPr>
            <a:r>
              <a:rPr b="1" sz="1800">
                <a:solidFill>
                  <a:srgbClr val="156082"/>
                </a:solidFill>
              </a:rPr>
              <a:t>Students self‑check first</a:t>
            </a:r>
          </a:p>
          <a:p>
            <a:pPr algn="ctr">
              <a:spcAft>
                <a:spcPts val="800"/>
              </a:spcAft>
              <a:buNone/>
            </a:pPr>
            <a:r>
              <a:rPr sz="1600">
                <a:solidFill>
                  <a:srgbClr val="5F6B7A"/>
                </a:solidFill>
              </a:rPr>
              <a:t>Amazon Quick</a:t>
            </a:r>
          </a:p>
        </p:txBody>
      </p:sp>
      <p:sp>
        <p:nvSpPr>
          <p:cNvPr id="14" name="Rounded Rectangle 13"/>
          <p:cNvSpPr/>
          <p:nvPr/>
        </p:nvSpPr>
        <p:spPr>
          <a:xfrm>
            <a:off x="1508760" y="4937760"/>
            <a:ext cx="9144000" cy="822960"/>
          </a:xfrm>
          <a:prstGeom prst="roundRect">
            <a:avLst>
              <a:gd name="adj" fmla="val 18000"/>
            </a:avLst>
          </a:prstGeom>
          <a:solidFill>
            <a:srgbClr val="0E2841"/>
          </a:solidFill>
          <a:ln>
            <a:noFill/>
          </a:ln>
          <a:effectLst>
            <a:outerShdw blurRad="50800" dist="38100" dir="2700000" algn="tl" rotWithShape="0">
              <a:prstClr val="black">
                <a:alpha val="40000"/>
              </a:prstClr>
            </a:outerShdw>
          </a:effectLst>
        </p:spPr>
        <p:txBody>
          <a:bodyPr rtlCol="0" anchor="ctr" wrap="square" lIns="274320" rIns="274320" tIns="192024" bIns="192024"/>
          <a:lstStyle/>
          <a:p>
            <a:pPr algn="ctr">
              <a:spcAft>
                <a:spcPts val="600"/>
              </a:spcAft>
              <a:buNone/>
            </a:pPr>
            <a:r>
              <a:rPr b="1" sz="2000">
                <a:solidFill>
                  <a:srgbClr val="FFFFFF"/>
                </a:solidFill>
              </a:rPr>
              <a:t>The rubric the first tool builds is the rubric the other three use.</a:t>
            </a:r>
          </a:p>
        </p:txBody>
      </p:sp>
      <p:pic>
        <p:nvPicPr>
          <p:cNvPr id="15" name="Picture 14" descr="drive-qr.png"/>
          <p:cNvPicPr>
            <a:picLocks noChangeAspect="1"/>
          </p:cNvPicPr>
          <p:nvPr/>
        </p:nvPicPr>
        <p:blipFill>
          <a:blip r:embed="rId5"/>
          <a:stretch>
            <a:fillRect/>
          </a:stretch>
        </p:blipFill>
        <p:spPr>
          <a:xfrm>
            <a:off x="1024128" y="5989320"/>
            <a:ext cx="777240" cy="77724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t>The assignment we'll follow</a:t>
            </a:r>
          </a:p>
        </p:txBody>
      </p:sp>
      <p:grpSp>
        <p:nvGrpSpPr>
          <p:cNvPr id="3" name="Group 8">
            <a:extLst>
              <a:ext uri="{FF2B5EF4-FFF2-40B4-BE49-F238E27FC236}">
                <a16:creationId xmlns:a16="http://schemas.microsoft.com/office/drawing/2014/main" id="{593AF3B1-3227-FCED-C8F1-E350CFCE8EDA}"/>
              </a:ext>
            </a:extLst>
          </p:cNvPr>
          <p:cNvGrpSpPr/>
          <p:nvPr/>
        </p:nvGrpSpPr>
        <p:grpSpPr>
          <a:xfrm>
            <a:off x="17318" y="6364432"/>
            <a:ext cx="961444" cy="415638"/>
            <a:chOff x="0" y="6364432"/>
            <a:chExt cx="961444" cy="415638"/>
          </a:xfrm>
        </p:grpSpPr>
        <p:pic>
          <p:nvPicPr>
            <p:cNvPr id="4" name="Picture 6" descr="A computer with blue text&#10;&#10;AI-generated content may be incorrect.">
              <a:extLst>
                <a:ext uri="{FF2B5EF4-FFF2-40B4-BE49-F238E27FC236}">
                  <a16:creationId xmlns:a16="http://schemas.microsoft.com/office/drawing/2014/main" id="{2AD2447E-1301-29BD-81D8-8148441ED689}"/>
                </a:ext>
              </a:extLst>
            </p:cNvPr>
            <p:cNvPicPr>
              <a:picLocks noChangeAspect="1"/>
            </p:cNvPicPr>
            <p:nvPr/>
          </p:nvPicPr>
          <p:blipFill>
            <a:blip r:embed="rId2"/>
            <a:stretch>
              <a:fillRect/>
            </a:stretch>
          </p:blipFill>
          <p:spPr>
            <a:xfrm>
              <a:off x="554285" y="6386118"/>
              <a:ext cx="407159" cy="361667"/>
            </a:xfrm>
            <a:prstGeom prst="rect">
              <a:avLst/>
            </a:prstGeom>
          </p:spPr>
        </p:pic>
        <p:pic>
          <p:nvPicPr>
            <p:cNvPr id="5" name="Picture 7" descr="A stack of books with a yellow bookmark&#10;&#10;AI-generated content may be incorrect.">
              <a:extLst>
                <a:ext uri="{FF2B5EF4-FFF2-40B4-BE49-F238E27FC236}">
                  <a16:creationId xmlns:a16="http://schemas.microsoft.com/office/drawing/2014/main" id="{49A4D62C-8B47-FE87-C5CF-BE22C6BDC151}"/>
                </a:ext>
              </a:extLst>
            </p:cNvPr>
            <p:cNvPicPr>
              <a:picLocks noChangeAspect="1"/>
            </p:cNvPicPr>
            <p:nvPr/>
          </p:nvPicPr>
          <p:blipFill>
            <a:blip r:embed="rId3"/>
            <a:stretch>
              <a:fillRect/>
            </a:stretch>
          </p:blipFill>
          <p:spPr>
            <a:xfrm>
              <a:off x="0" y="6364432"/>
              <a:ext cx="467592" cy="415638"/>
            </a:xfrm>
            <a:prstGeom prst="rect">
              <a:avLst/>
            </a:prstGeom>
          </p:spPr>
        </p:pic>
      </p:grpSp>
      <p:sp>
        <p:nvSpPr>
          <p:cNvPr id="6"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7" name="TextBox 6"/>
          <p:cNvSpPr txBox="1"/>
          <p:nvPr/>
        </p:nvSpPr>
        <p:spPr>
          <a:xfrm>
            <a:off x="502920" y="1371600"/>
            <a:ext cx="6858000" cy="4754880"/>
          </a:xfrm>
          <a:prstGeom prst="rect">
            <a:avLst/>
          </a:prstGeom>
          <a:noFill/>
        </p:spPr>
        <p:txBody>
          <a:bodyPr wrap="square" anchor="t" lIns="45720" rIns="45720">
            <a:spAutoFit/>
          </a:bodyPr>
          <a:lstStyle/>
          <a:p>
            <a:pPr>
              <a:spcAft>
                <a:spcPts val="1000"/>
              </a:spcAft>
              <a:buNone/>
            </a:pPr>
            <a:r>
              <a:rPr i="1" b="1" sz="2200">
                <a:solidFill>
                  <a:srgbClr val="232F3E"/>
                </a:solidFill>
              </a:rPr>
              <a:t>Choose the Right Structure</a:t>
            </a:r>
            <a:r>
              <a:rPr b="1" sz="2200">
                <a:solidFill>
                  <a:srgbClr val="232F3E"/>
                </a:solidFill>
              </a:rPr>
              <a:t> — Intro to Data Structures</a:t>
            </a:r>
          </a:p>
          <a:p>
            <a:pPr>
              <a:spcAft>
                <a:spcPts val="1200"/>
              </a:spcAft>
              <a:buNone/>
            </a:pPr>
            <a:r>
              <a:rPr sz="1900">
                <a:solidFill>
                  <a:srgbClr val="232F3E"/>
                </a:solidFill>
              </a:rPr>
              <a:t>Pick an operation a real program does over and over. Argue which data structure fits it best.</a:t>
            </a:r>
          </a:p>
          <a:p>
            <a:pPr marL="342900" indent="-342900">
              <a:spcAft>
                <a:spcPts val="600"/>
              </a:spcAft>
              <a:buFont typeface="Arial"/>
              <a:buChar char="•"/>
            </a:pPr>
            <a:r>
              <a:rPr sz="1900">
                <a:solidFill>
                  <a:srgbClr val="232F3E"/>
                </a:solidFill>
              </a:rPr>
              <a:t>State a thesis: the operation and the structure</a:t>
            </a:r>
          </a:p>
          <a:p>
            <a:pPr marL="342900" indent="-342900">
              <a:spcAft>
                <a:spcPts val="600"/>
              </a:spcAft>
              <a:buFont typeface="Arial"/>
              <a:buChar char="•"/>
            </a:pPr>
            <a:r>
              <a:rPr sz="1900">
                <a:solidFill>
                  <a:srgbClr val="232F3E"/>
                </a:solidFill>
              </a:rPr>
              <a:t>Give </a:t>
            </a:r>
            <a:r>
              <a:rPr b="1" sz="1900">
                <a:solidFill>
                  <a:srgbClr val="156082"/>
                </a:solidFill>
              </a:rPr>
              <a:t>running times</a:t>
            </a:r>
            <a:r>
              <a:rPr sz="1900">
                <a:solidFill>
                  <a:srgbClr val="232F3E"/>
                </a:solidFill>
              </a:rPr>
              <a:t>, and say which kind of guarantee each is</a:t>
            </a:r>
          </a:p>
          <a:p>
            <a:pPr marL="342900" indent="-342900">
              <a:spcAft>
                <a:spcPts val="600"/>
              </a:spcAft>
              <a:buFont typeface="Arial"/>
              <a:buChar char="•"/>
            </a:pPr>
            <a:r>
              <a:rPr sz="1900">
                <a:solidFill>
                  <a:srgbClr val="232F3E"/>
                </a:solidFill>
              </a:rPr>
              <a:t>Ground it in </a:t>
            </a:r>
            <a:r>
              <a:rPr b="1" sz="1900">
                <a:solidFill>
                  <a:srgbClr val="156082"/>
                </a:solidFill>
              </a:rPr>
              <a:t>one concrete scenario</a:t>
            </a:r>
          </a:p>
          <a:p>
            <a:pPr marL="342900" indent="-342900">
              <a:spcAft>
                <a:spcPts val="600"/>
              </a:spcAft>
              <a:buFont typeface="Arial"/>
              <a:buChar char="•"/>
            </a:pPr>
            <a:r>
              <a:rPr sz="1900">
                <a:solidFill>
                  <a:srgbClr val="232F3E"/>
                </a:solidFill>
              </a:rPr>
              <a:t>Name where your choice is </a:t>
            </a:r>
            <a:r>
              <a:rPr b="1" sz="1900">
                <a:solidFill>
                  <a:srgbClr val="156082"/>
                </a:solidFill>
              </a:rPr>
              <a:t>the worse one</a:t>
            </a:r>
          </a:p>
          <a:p>
            <a:pPr marL="342900" indent="-342900">
              <a:spcAft>
                <a:spcPts val="600"/>
              </a:spcAft>
              <a:buFont typeface="Arial"/>
              <a:buChar char="•"/>
            </a:pPr>
            <a:r>
              <a:rPr sz="1900">
                <a:solidFill>
                  <a:srgbClr val="232F3E"/>
                </a:solidFill>
              </a:rPr>
              <a:t>Cite the </a:t>
            </a:r>
            <a:r>
              <a:rPr b="1" sz="1900">
                <a:solidFill>
                  <a:srgbClr val="156082"/>
                </a:solidFill>
              </a:rPr>
              <a:t>course reading</a:t>
            </a:r>
          </a:p>
        </p:txBody>
      </p:sp>
      <p:sp>
        <p:nvSpPr>
          <p:cNvPr id="8" name="Rounded Rectangle 7"/>
          <p:cNvSpPr/>
          <p:nvPr/>
        </p:nvSpPr>
        <p:spPr>
          <a:xfrm>
            <a:off x="7726679" y="1463040"/>
            <a:ext cx="4069080" cy="3749039"/>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t" wrap="square" lIns="274320" rIns="274320" tIns="192024" bIns="192024"/>
          <a:lstStyle/>
          <a:p>
            <a:pPr algn="ctr">
              <a:spcAft>
                <a:spcPts val="1000"/>
              </a:spcAft>
              <a:buNone/>
            </a:pPr>
            <a:r>
              <a:rPr i="1" sz="2200">
                <a:solidFill>
                  <a:srgbClr val="232F3E"/>
                </a:solidFill>
              </a:rPr>
              <a:t>Learning objectives</a:t>
            </a:r>
          </a:p>
          <a:p>
            <a:pPr algn="l">
              <a:spcAft>
                <a:spcPts val="800"/>
              </a:spcAft>
              <a:buNone/>
            </a:pPr>
            <a:r>
              <a:rPr b="1" sz="1800">
                <a:solidFill>
                  <a:srgbClr val="156082"/>
                </a:solidFill>
              </a:rPr>
              <a:t>LO1</a:t>
            </a:r>
            <a:r>
              <a:rPr sz="1800">
                <a:solidFill>
                  <a:srgbClr val="232F3E"/>
                </a:solidFill>
              </a:rPr>
              <a:t> Choose a structure and justify it</a:t>
            </a:r>
          </a:p>
          <a:p>
            <a:pPr algn="l">
              <a:spcAft>
                <a:spcPts val="800"/>
              </a:spcAft>
              <a:buNone/>
            </a:pPr>
            <a:r>
              <a:rPr b="1" sz="1800">
                <a:solidFill>
                  <a:srgbClr val="156082"/>
                </a:solidFill>
              </a:rPr>
              <a:t>LO2</a:t>
            </a:r>
            <a:r>
              <a:rPr sz="1800">
                <a:solidFill>
                  <a:srgbClr val="232F3E"/>
                </a:solidFill>
              </a:rPr>
              <a:t> State running-time guarantees correctly</a:t>
            </a:r>
          </a:p>
          <a:p>
            <a:pPr algn="l">
              <a:spcAft>
                <a:spcPts val="800"/>
              </a:spcAft>
              <a:buNone/>
            </a:pPr>
            <a:r>
              <a:rPr b="1" sz="1800">
                <a:solidFill>
                  <a:srgbClr val="156082"/>
                </a:solidFill>
              </a:rPr>
              <a:t>LO3</a:t>
            </a:r>
            <a:r>
              <a:rPr sz="1800">
                <a:solidFill>
                  <a:srgbClr val="232F3E"/>
                </a:solidFill>
              </a:rPr>
              <a:t> Support claims with evidence</a:t>
            </a:r>
          </a:p>
          <a:p>
            <a:pPr algn="l">
              <a:spcAft>
                <a:spcPts val="800"/>
              </a:spcAft>
              <a:buNone/>
            </a:pPr>
            <a:r>
              <a:rPr b="1" sz="1800">
                <a:solidFill>
                  <a:srgbClr val="156082"/>
                </a:solidFill>
              </a:rPr>
              <a:t>LO4</a:t>
            </a:r>
            <a:r>
              <a:rPr sz="1800">
                <a:solidFill>
                  <a:srgbClr val="232F3E"/>
                </a:solidFill>
              </a:rPr>
              <a:t> Communicate clearly</a:t>
            </a:r>
          </a:p>
        </p:txBody>
      </p:sp>
      <p:sp>
        <p:nvSpPr>
          <p:cNvPr id="9" name="TextBox 8"/>
          <p:cNvSpPr txBox="1"/>
          <p:nvPr/>
        </p:nvSpPr>
        <p:spPr>
          <a:xfrm>
            <a:off x="7726679" y="5349240"/>
            <a:ext cx="4069080" cy="731520"/>
          </a:xfrm>
          <a:prstGeom prst="rect">
            <a:avLst/>
          </a:prstGeom>
          <a:noFill/>
        </p:spPr>
        <p:txBody>
          <a:bodyPr wrap="square" anchor="t" lIns="45720" rIns="45720">
            <a:spAutoFit/>
          </a:bodyPr>
          <a:lstStyle/>
          <a:p>
            <a:pPr>
              <a:buNone/>
            </a:pPr>
            <a:r>
              <a:rPr i="1" sz="1500">
                <a:solidFill>
                  <a:srgbClr val="5F6B7A"/>
                </a:solidFill>
              </a:rPr>
              <a:t>Not a CS person? You don't need to be. Watch what the tools do with it.</a:t>
            </a:r>
          </a:p>
        </p:txBody>
      </p:sp>
      <p:pic>
        <p:nvPicPr>
          <p:cNvPr id="10" name="Picture 9" descr="drive-qr.png"/>
          <p:cNvPicPr>
            <a:picLocks noChangeAspect="1"/>
          </p:cNvPicPr>
          <p:nvPr/>
        </p:nvPicPr>
        <p:blipFill>
          <a:blip r:embed="rId5"/>
          <a:stretch>
            <a:fillRect/>
          </a:stretch>
        </p:blipFill>
        <p:spPr>
          <a:xfrm>
            <a:off x="1024128" y="5989320"/>
            <a:ext cx="777240" cy="77724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t>Meet the five students</a:t>
            </a:r>
          </a:p>
        </p:txBody>
      </p:sp>
      <p:grpSp>
        <p:nvGrpSpPr>
          <p:cNvPr id="3" name="Group 8">
            <a:extLst>
              <a:ext uri="{FF2B5EF4-FFF2-40B4-BE49-F238E27FC236}">
                <a16:creationId xmlns:a16="http://schemas.microsoft.com/office/drawing/2014/main" id="{593AF3B1-3227-FCED-C8F1-E350CFCE8EDA}"/>
              </a:ext>
            </a:extLst>
          </p:cNvPr>
          <p:cNvGrpSpPr/>
          <p:nvPr/>
        </p:nvGrpSpPr>
        <p:grpSpPr>
          <a:xfrm>
            <a:off x="17318" y="6364432"/>
            <a:ext cx="961444" cy="415638"/>
            <a:chOff x="0" y="6364432"/>
            <a:chExt cx="961444" cy="415638"/>
          </a:xfrm>
        </p:grpSpPr>
        <p:pic>
          <p:nvPicPr>
            <p:cNvPr id="4" name="Picture 6" descr="A computer with blue text&#10;&#10;AI-generated content may be incorrect.">
              <a:extLst>
                <a:ext uri="{FF2B5EF4-FFF2-40B4-BE49-F238E27FC236}">
                  <a16:creationId xmlns:a16="http://schemas.microsoft.com/office/drawing/2014/main" id="{2AD2447E-1301-29BD-81D8-8148441ED689}"/>
                </a:ext>
              </a:extLst>
            </p:cNvPr>
            <p:cNvPicPr>
              <a:picLocks noChangeAspect="1"/>
            </p:cNvPicPr>
            <p:nvPr/>
          </p:nvPicPr>
          <p:blipFill>
            <a:blip r:embed="rId2"/>
            <a:stretch>
              <a:fillRect/>
            </a:stretch>
          </p:blipFill>
          <p:spPr>
            <a:xfrm>
              <a:off x="554285" y="6386118"/>
              <a:ext cx="407159" cy="361667"/>
            </a:xfrm>
            <a:prstGeom prst="rect">
              <a:avLst/>
            </a:prstGeom>
          </p:spPr>
        </p:pic>
        <p:pic>
          <p:nvPicPr>
            <p:cNvPr id="5" name="Picture 7" descr="A stack of books with a yellow bookmark&#10;&#10;AI-generated content may be incorrect.">
              <a:extLst>
                <a:ext uri="{FF2B5EF4-FFF2-40B4-BE49-F238E27FC236}">
                  <a16:creationId xmlns:a16="http://schemas.microsoft.com/office/drawing/2014/main" id="{49A4D62C-8B47-FE87-C5CF-BE22C6BDC151}"/>
                </a:ext>
              </a:extLst>
            </p:cNvPr>
            <p:cNvPicPr>
              <a:picLocks noChangeAspect="1"/>
            </p:cNvPicPr>
            <p:nvPr/>
          </p:nvPicPr>
          <p:blipFill>
            <a:blip r:embed="rId3"/>
            <a:stretch>
              <a:fillRect/>
            </a:stretch>
          </p:blipFill>
          <p:spPr>
            <a:xfrm>
              <a:off x="0" y="6364432"/>
              <a:ext cx="467592" cy="415638"/>
            </a:xfrm>
            <a:prstGeom prst="rect">
              <a:avLst/>
            </a:prstGeom>
          </p:spPr>
        </p:pic>
      </p:grpSp>
      <p:sp>
        <p:nvSpPr>
          <p:cNvPr id="6"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7" name="Rounded Rectangle 6"/>
          <p:cNvSpPr/>
          <p:nvPr/>
        </p:nvSpPr>
        <p:spPr>
          <a:xfrm>
            <a:off x="457200" y="1737360"/>
            <a:ext cx="2103120" cy="246888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182880" rIns="182880" tIns="128015" bIns="128015"/>
          <a:lstStyle/>
          <a:p>
            <a:pPr algn="ctr">
              <a:spcAft>
                <a:spcPts val="1000"/>
              </a:spcAft>
              <a:buNone/>
            </a:pPr>
            <a:r>
              <a:rPr i="1" sz="1900">
                <a:solidFill>
                  <a:srgbClr val="232F3E"/>
                </a:solidFill>
              </a:rPr>
              <a:t>Aisha Rahman</a:t>
            </a:r>
          </a:p>
          <a:p>
            <a:pPr algn="ctr">
              <a:spcAft>
                <a:spcPts val="800"/>
              </a:spcAft>
              <a:buNone/>
            </a:pPr>
            <a:r>
              <a:rPr sz="1700">
                <a:solidFill>
                  <a:srgbClr val="232F3E"/>
                </a:solidFill>
              </a:rPr>
              <a:t>Strong. Correct analysis, a real scenario, honest trade-offs.</a:t>
            </a:r>
          </a:p>
        </p:txBody>
      </p:sp>
      <p:sp>
        <p:nvSpPr>
          <p:cNvPr id="8" name="Rounded Rectangle 7"/>
          <p:cNvSpPr/>
          <p:nvPr/>
        </p:nvSpPr>
        <p:spPr>
          <a:xfrm>
            <a:off x="2743200" y="1737360"/>
            <a:ext cx="2103120" cy="246888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182880" rIns="182880" tIns="128015" bIns="128015"/>
          <a:lstStyle/>
          <a:p>
            <a:pPr algn="ctr">
              <a:spcAft>
                <a:spcPts val="1000"/>
              </a:spcAft>
              <a:buNone/>
            </a:pPr>
            <a:r>
              <a:rPr i="1" sz="1900">
                <a:solidFill>
                  <a:srgbClr val="232F3E"/>
                </a:solidFill>
              </a:rPr>
              <a:t>Marcus Lee</a:t>
            </a:r>
          </a:p>
          <a:p>
            <a:pPr algn="ctr">
              <a:spcAft>
                <a:spcPts val="800"/>
              </a:spcAft>
              <a:buNone/>
            </a:pPr>
            <a:r>
              <a:rPr sz="1700">
                <a:solidFill>
                  <a:srgbClr val="232F3E"/>
                </a:solidFill>
              </a:rPr>
              <a:t>Fluent, confident.</a:t>
            </a:r>
          </a:p>
        </p:txBody>
      </p:sp>
      <p:sp>
        <p:nvSpPr>
          <p:cNvPr id="9" name="Rounded Rectangle 8"/>
          <p:cNvSpPr/>
          <p:nvPr/>
        </p:nvSpPr>
        <p:spPr>
          <a:xfrm>
            <a:off x="5029200" y="1737360"/>
            <a:ext cx="2103120" cy="246888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182880" rIns="182880" tIns="128015" bIns="128015"/>
          <a:lstStyle/>
          <a:p>
            <a:pPr algn="ctr">
              <a:spcAft>
                <a:spcPts val="1000"/>
              </a:spcAft>
              <a:buNone/>
            </a:pPr>
            <a:r>
              <a:rPr i="1" sz="1900">
                <a:solidFill>
                  <a:srgbClr val="232F3E"/>
                </a:solidFill>
              </a:rPr>
              <a:t>Priya Chandra</a:t>
            </a:r>
          </a:p>
          <a:p>
            <a:pPr algn="ctr">
              <a:spcAft>
                <a:spcPts val="800"/>
              </a:spcAft>
              <a:buNone/>
            </a:pPr>
            <a:r>
              <a:rPr sz="1700">
                <a:solidFill>
                  <a:srgbClr val="232F3E"/>
                </a:solidFill>
              </a:rPr>
              <a:t>A reflection on the class, </a:t>
            </a:r>
            <a:r>
              <a:rPr b="1" sz="1700">
                <a:solidFill>
                  <a:srgbClr val="156082"/>
                </a:solidFill>
              </a:rPr>
              <a:t>not an analysis</a:t>
            </a:r>
            <a:r>
              <a:rPr sz="1700">
                <a:solidFill>
                  <a:srgbClr val="232F3E"/>
                </a:solidFill>
              </a:rPr>
              <a:t>.</a:t>
            </a:r>
          </a:p>
        </p:txBody>
      </p:sp>
      <p:sp>
        <p:nvSpPr>
          <p:cNvPr id="10" name="Rounded Rectangle 9"/>
          <p:cNvSpPr/>
          <p:nvPr/>
        </p:nvSpPr>
        <p:spPr>
          <a:xfrm>
            <a:off x="7315200" y="1737360"/>
            <a:ext cx="2103120" cy="246888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182880" rIns="182880" tIns="128015" bIns="128015"/>
          <a:lstStyle/>
          <a:p>
            <a:pPr algn="ctr">
              <a:spcAft>
                <a:spcPts val="1000"/>
              </a:spcAft>
              <a:buNone/>
            </a:pPr>
            <a:r>
              <a:rPr i="1" sz="1900">
                <a:solidFill>
                  <a:srgbClr val="232F3E"/>
                </a:solidFill>
              </a:rPr>
              <a:t>Leila Haddad</a:t>
            </a:r>
          </a:p>
          <a:p>
            <a:pPr algn="ctr">
              <a:spcAft>
                <a:spcPts val="800"/>
              </a:spcAft>
              <a:buNone/>
            </a:pPr>
            <a:r>
              <a:rPr sz="1700">
                <a:solidFill>
                  <a:srgbClr val="232F3E"/>
                </a:solidFill>
              </a:rPr>
              <a:t>An </a:t>
            </a:r>
            <a:r>
              <a:rPr b="1" sz="1700">
                <a:solidFill>
                  <a:srgbClr val="156082"/>
                </a:solidFill>
              </a:rPr>
              <a:t>unfinished draft</a:t>
            </a:r>
            <a:r>
              <a:rPr sz="1700">
                <a:solidFill>
                  <a:srgbClr val="232F3E"/>
                </a:solidFill>
              </a:rPr>
              <a:t> with two [TODO]s left in.</a:t>
            </a:r>
          </a:p>
        </p:txBody>
      </p:sp>
      <p:sp>
        <p:nvSpPr>
          <p:cNvPr id="11" name="Rounded Rectangle 10"/>
          <p:cNvSpPr/>
          <p:nvPr/>
        </p:nvSpPr>
        <p:spPr>
          <a:xfrm>
            <a:off x="9601200" y="1737360"/>
            <a:ext cx="2103120" cy="246888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182880" rIns="182880" tIns="128015" bIns="128015"/>
          <a:lstStyle/>
          <a:p>
            <a:pPr algn="ctr">
              <a:spcAft>
                <a:spcPts val="1000"/>
              </a:spcAft>
              <a:buNone/>
            </a:pPr>
            <a:r>
              <a:rPr i="1" sz="1900">
                <a:solidFill>
                  <a:srgbClr val="232F3E"/>
                </a:solidFill>
              </a:rPr>
              <a:t>Diego Alvarez</a:t>
            </a:r>
          </a:p>
          <a:p>
            <a:pPr algn="ctr">
              <a:spcAft>
                <a:spcPts val="800"/>
              </a:spcAft>
              <a:buNone/>
            </a:pPr>
            <a:r>
              <a:rPr b="1" sz="1700">
                <a:solidFill>
                  <a:srgbClr val="156082"/>
                </a:solidFill>
              </a:rPr>
              <a:t>Submitted nothing.</a:t>
            </a:r>
          </a:p>
        </p:txBody>
      </p:sp>
      <p:sp>
        <p:nvSpPr>
          <p:cNvPr id="12" name="TextBox 11"/>
          <p:cNvSpPr txBox="1"/>
          <p:nvPr/>
        </p:nvSpPr>
        <p:spPr>
          <a:xfrm>
            <a:off x="914400" y="4663440"/>
            <a:ext cx="10332720" cy="640080"/>
          </a:xfrm>
          <a:prstGeom prst="rect">
            <a:avLst/>
          </a:prstGeom>
          <a:noFill/>
        </p:spPr>
        <p:txBody>
          <a:bodyPr wrap="square" anchor="t" lIns="45720" rIns="45720">
            <a:spAutoFit/>
          </a:bodyPr>
          <a:lstStyle/>
          <a:p>
            <a:pPr algn="ctr">
              <a:buNone/>
            </a:pPr>
            <a:r>
              <a:rPr i="1" sz="1800">
                <a:solidFill>
                  <a:srgbClr val="5F6B7A"/>
                </a:solidFill>
              </a:rPr>
              <a:t>All five are synthetic. No real student work is used anywhere in this session.</a:t>
            </a:r>
          </a:p>
        </p:txBody>
      </p:sp>
      <p:pic>
        <p:nvPicPr>
          <p:cNvPr id="13" name="Picture 12" descr="drive-qr.png"/>
          <p:cNvPicPr>
            <a:picLocks noChangeAspect="1"/>
          </p:cNvPicPr>
          <p:nvPr/>
        </p:nvPicPr>
        <p:blipFill>
          <a:blip r:embed="rId5"/>
          <a:stretch>
            <a:fillRect/>
          </a:stretch>
        </p:blipFill>
        <p:spPr>
          <a:xfrm>
            <a:off x="1024128" y="5989320"/>
            <a:ext cx="777240" cy="77724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rPr b="1"/>
              <a:t>The Rubric Builder</a:t>
            </a:r>
          </a:p>
        </p:txBody>
      </p:sp>
      <p:sp>
        <p:nvSpPr>
          <p:cNvPr id="3" name="Text Placeholder 2"/>
          <p:cNvSpPr>
            <a:spLocks noGrp="1"/>
          </p:cNvSpPr>
          <p:nvPr>
            <p:ph type="body" idx="2"/>
          </p:nvPr>
        </p:nvSpPr>
        <p:spPr/>
        <p:txBody>
          <a:bodyPr wrap="square"/>
          <a:lstStyle/>
          <a:p>
            <a:r>
              <a:rPr i="1"/>
              <a:t>From assignment prompt to grading‑ready rubric</a:t>
            </a:r>
          </a:p>
        </p:txBody>
      </p:sp>
      <p:pic>
        <p:nvPicPr>
          <p:cNvPr id="4" name="Picture 3" descr="drive-qr.png"/>
          <p:cNvPicPr>
            <a:picLocks noChangeAspect="1"/>
          </p:cNvPicPr>
          <p:nvPr/>
        </p:nvPicPr>
        <p:blipFill>
          <a:blip r:embed="rId3"/>
          <a:stretch>
            <a:fillRect/>
          </a:stretch>
        </p:blipFill>
        <p:spPr>
          <a:xfrm>
            <a:off x="1024128" y="5989320"/>
            <a:ext cx="777240" cy="77724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t>A tool is only as good as its rubric</a:t>
            </a:r>
          </a:p>
        </p:txBody>
      </p:sp>
      <p:grpSp>
        <p:nvGrpSpPr>
          <p:cNvPr id="3" name="Group 8">
            <a:extLst>
              <a:ext uri="{FF2B5EF4-FFF2-40B4-BE49-F238E27FC236}">
                <a16:creationId xmlns:a16="http://schemas.microsoft.com/office/drawing/2014/main" id="{593AF3B1-3227-FCED-C8F1-E350CFCE8EDA}"/>
              </a:ext>
            </a:extLst>
          </p:cNvPr>
          <p:cNvGrpSpPr/>
          <p:nvPr/>
        </p:nvGrpSpPr>
        <p:grpSpPr>
          <a:xfrm>
            <a:off x="17318" y="6364432"/>
            <a:ext cx="961444" cy="415638"/>
            <a:chOff x="0" y="6364432"/>
            <a:chExt cx="961444" cy="415638"/>
          </a:xfrm>
        </p:grpSpPr>
        <p:pic>
          <p:nvPicPr>
            <p:cNvPr id="4" name="Picture 6" descr="A computer with blue text&#10;&#10;AI-generated content may be incorrect.">
              <a:extLst>
                <a:ext uri="{FF2B5EF4-FFF2-40B4-BE49-F238E27FC236}">
                  <a16:creationId xmlns:a16="http://schemas.microsoft.com/office/drawing/2014/main" id="{2AD2447E-1301-29BD-81D8-8148441ED689}"/>
                </a:ext>
              </a:extLst>
            </p:cNvPr>
            <p:cNvPicPr>
              <a:picLocks noChangeAspect="1"/>
            </p:cNvPicPr>
            <p:nvPr/>
          </p:nvPicPr>
          <p:blipFill>
            <a:blip r:embed="rId2"/>
            <a:stretch>
              <a:fillRect/>
            </a:stretch>
          </p:blipFill>
          <p:spPr>
            <a:xfrm>
              <a:off x="554285" y="6386118"/>
              <a:ext cx="407159" cy="361667"/>
            </a:xfrm>
            <a:prstGeom prst="rect">
              <a:avLst/>
            </a:prstGeom>
          </p:spPr>
        </p:pic>
        <p:pic>
          <p:nvPicPr>
            <p:cNvPr id="5" name="Picture 7" descr="A stack of books with a yellow bookmark&#10;&#10;AI-generated content may be incorrect.">
              <a:extLst>
                <a:ext uri="{FF2B5EF4-FFF2-40B4-BE49-F238E27FC236}">
                  <a16:creationId xmlns:a16="http://schemas.microsoft.com/office/drawing/2014/main" id="{49A4D62C-8B47-FE87-C5CF-BE22C6BDC151}"/>
                </a:ext>
              </a:extLst>
            </p:cNvPr>
            <p:cNvPicPr>
              <a:picLocks noChangeAspect="1"/>
            </p:cNvPicPr>
            <p:nvPr/>
          </p:nvPicPr>
          <p:blipFill>
            <a:blip r:embed="rId3"/>
            <a:stretch>
              <a:fillRect/>
            </a:stretch>
          </p:blipFill>
          <p:spPr>
            <a:xfrm>
              <a:off x="0" y="6364432"/>
              <a:ext cx="467592" cy="415638"/>
            </a:xfrm>
            <a:prstGeom prst="rect">
              <a:avLst/>
            </a:prstGeom>
          </p:spPr>
        </p:pic>
      </p:grpSp>
      <p:sp>
        <p:nvSpPr>
          <p:cNvPr id="6"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7" name="Rounded Rectangle 6"/>
          <p:cNvSpPr/>
          <p:nvPr/>
        </p:nvSpPr>
        <p:spPr>
          <a:xfrm>
            <a:off x="548640" y="1463040"/>
            <a:ext cx="4937760" cy="342900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t" wrap="square" lIns="274320" rIns="274320" tIns="192024" bIns="192024"/>
          <a:lstStyle/>
          <a:p>
            <a:pPr algn="ctr">
              <a:spcAft>
                <a:spcPts val="1000"/>
              </a:spcAft>
              <a:buNone/>
            </a:pPr>
            <a:r>
              <a:rPr i="1" sz="2200">
                <a:solidFill>
                  <a:srgbClr val="232F3E"/>
                </a:solidFill>
              </a:rPr>
              <a:t>The rubric you graded with</a:t>
            </a:r>
          </a:p>
          <a:p>
            <a:pPr algn="l">
              <a:spcAft>
                <a:spcPts val="800"/>
              </a:spcAft>
              <a:buNone/>
            </a:pPr>
            <a:r>
              <a:rPr sz="2000">
                <a:solidFill>
                  <a:srgbClr val="232F3E"/>
                </a:solidFill>
              </a:rPr>
              <a:t>Content — </a:t>
            </a:r>
            <a:r>
              <a:rPr b="1" sz="2000">
                <a:solidFill>
                  <a:srgbClr val="156082"/>
                </a:solidFill>
              </a:rPr>
              <a:t>40</a:t>
            </a:r>
          </a:p>
          <a:p>
            <a:pPr algn="l">
              <a:spcAft>
                <a:spcPts val="800"/>
              </a:spcAft>
              <a:buNone/>
            </a:pPr>
            <a:r>
              <a:rPr sz="2000">
                <a:solidFill>
                  <a:srgbClr val="232F3E"/>
                </a:solidFill>
              </a:rPr>
              <a:t>Organization — </a:t>
            </a:r>
            <a:r>
              <a:rPr b="1" sz="2000">
                <a:solidFill>
                  <a:srgbClr val="156082"/>
                </a:solidFill>
              </a:rPr>
              <a:t>30</a:t>
            </a:r>
          </a:p>
          <a:p>
            <a:pPr algn="l">
              <a:spcAft>
                <a:spcPts val="800"/>
              </a:spcAft>
              <a:buNone/>
            </a:pPr>
            <a:r>
              <a:rPr sz="2000">
                <a:solidFill>
                  <a:srgbClr val="232F3E"/>
                </a:solidFill>
              </a:rPr>
              <a:t>Writing mechanics — </a:t>
            </a:r>
            <a:r>
              <a:rPr b="1" sz="2000">
                <a:solidFill>
                  <a:srgbClr val="156082"/>
                </a:solidFill>
              </a:rPr>
              <a:t>20</a:t>
            </a:r>
          </a:p>
          <a:p>
            <a:pPr algn="l">
              <a:spcAft>
                <a:spcPts val="800"/>
              </a:spcAft>
              <a:buNone/>
            </a:pPr>
            <a:r>
              <a:rPr sz="2000">
                <a:solidFill>
                  <a:srgbClr val="232F3E"/>
                </a:solidFill>
              </a:rPr>
              <a:t>Length &amp; formatting — </a:t>
            </a:r>
            <a:r>
              <a:rPr b="1" sz="2000">
                <a:solidFill>
                  <a:srgbClr val="156082"/>
                </a:solidFill>
              </a:rPr>
              <a:t>10</a:t>
            </a:r>
          </a:p>
          <a:p>
            <a:pPr algn="l">
              <a:spcBef>
                <a:spcPts val="800"/>
              </a:spcBef>
              <a:spcAft>
                <a:spcPts val="800"/>
              </a:spcAft>
              <a:buNone/>
            </a:pPr>
            <a:r>
              <a:rPr sz="1600">
                <a:solidFill>
                  <a:srgbClr val="5F6B7A"/>
                </a:solidFill>
              </a:rPr>
              <a:t>Excellent content: </a:t>
            </a:r>
            <a:r>
              <a:rPr i="1" b="0" sz="1600">
                <a:solidFill>
                  <a:srgbClr val="5F6B7A"/>
                </a:solidFill>
              </a:rPr>
              <a:t>“Thorough, insightful discussion of the topic.”</a:t>
            </a:r>
          </a:p>
        </p:txBody>
      </p:sp>
      <p:sp>
        <p:nvSpPr>
          <p:cNvPr id="8" name="TextBox 7"/>
          <p:cNvSpPr txBox="1"/>
          <p:nvPr/>
        </p:nvSpPr>
        <p:spPr>
          <a:xfrm>
            <a:off x="6035040" y="1463040"/>
            <a:ext cx="5760720" cy="4389120"/>
          </a:xfrm>
          <a:prstGeom prst="rect">
            <a:avLst/>
          </a:prstGeom>
          <a:noFill/>
        </p:spPr>
        <p:txBody>
          <a:bodyPr wrap="square" anchor="t" lIns="45720" rIns="45720">
            <a:spAutoFit/>
          </a:bodyPr>
          <a:lstStyle/>
          <a:p>
            <a:pPr>
              <a:spcAft>
                <a:spcPts val="1400"/>
              </a:spcAft>
              <a:buNone/>
            </a:pPr>
            <a:r>
              <a:rPr b="1" sz="2400">
                <a:solidFill>
                  <a:srgbClr val="232F3E"/>
                </a:solidFill>
              </a:rPr>
              <a:t>What's wrong with it</a:t>
            </a:r>
          </a:p>
          <a:p>
            <a:pPr marL="342900" indent="-342900">
              <a:spcAft>
                <a:spcPts val="1200"/>
              </a:spcAft>
              <a:buFont typeface="Arial"/>
              <a:buChar char="•"/>
            </a:pPr>
            <a:r>
              <a:rPr sz="2100">
                <a:solidFill>
                  <a:srgbClr val="232F3E"/>
                </a:solidFill>
              </a:rPr>
              <a:t>Half the points go to what you can see </a:t>
            </a:r>
            <a:r>
              <a:rPr b="1" sz="2100">
                <a:solidFill>
                  <a:srgbClr val="156082"/>
                </a:solidFill>
              </a:rPr>
              <a:t>without expertise</a:t>
            </a:r>
          </a:p>
          <a:p>
            <a:pPr marL="342900" indent="-342900">
              <a:spcAft>
                <a:spcPts val="1200"/>
              </a:spcAft>
              <a:buFont typeface="Arial"/>
              <a:buChar char="•"/>
            </a:pPr>
            <a:r>
              <a:rPr i="1" b="0" sz="2100">
                <a:solidFill>
                  <a:srgbClr val="232F3E"/>
                </a:solidFill>
              </a:rPr>
              <a:t>Understanding</a:t>
            </a:r>
            <a:r>
              <a:rPr sz="2100">
                <a:solidFill>
                  <a:srgbClr val="232F3E"/>
                </a:solidFill>
              </a:rPr>
              <a:t> is never defined</a:t>
            </a:r>
          </a:p>
          <a:p>
            <a:pPr marL="342900" indent="-342900">
              <a:spcAft>
                <a:spcPts val="1200"/>
              </a:spcAft>
              <a:buFont typeface="Arial"/>
              <a:buChar char="•"/>
            </a:pPr>
            <a:r>
              <a:rPr sz="2100">
                <a:solidFill>
                  <a:srgbClr val="232F3E"/>
                </a:solidFill>
              </a:rPr>
              <a:t>Nothing checks whether a claim is </a:t>
            </a:r>
            <a:r>
              <a:rPr b="1" sz="2100">
                <a:solidFill>
                  <a:srgbClr val="156082"/>
                </a:solidFill>
              </a:rPr>
              <a:t>true</a:t>
            </a:r>
          </a:p>
          <a:p>
            <a:pPr marL="342900" indent="-342900">
              <a:spcAft>
                <a:spcPts val="1200"/>
              </a:spcAft>
              <a:buFont typeface="Arial"/>
              <a:buChar char="•"/>
            </a:pPr>
            <a:r>
              <a:rPr sz="2100">
                <a:solidFill>
                  <a:srgbClr val="232F3E"/>
                </a:solidFill>
              </a:rPr>
              <a:t>It isn't tied to the </a:t>
            </a:r>
            <a:r>
              <a:rPr b="1" sz="2100">
                <a:solidFill>
                  <a:srgbClr val="156082"/>
                </a:solidFill>
              </a:rPr>
              <a:t>learning objectives</a:t>
            </a:r>
          </a:p>
        </p:txBody>
      </p:sp>
      <p:pic>
        <p:nvPicPr>
          <p:cNvPr id="9" name="Picture 8" descr="drive-qr.png"/>
          <p:cNvPicPr>
            <a:picLocks noChangeAspect="1"/>
          </p:cNvPicPr>
          <p:nvPr/>
        </p:nvPicPr>
        <p:blipFill>
          <a:blip r:embed="rId5"/>
          <a:stretch>
            <a:fillRect/>
          </a:stretch>
        </p:blipFill>
        <p:spPr>
          <a:xfrm>
            <a:off x="1024128" y="5989320"/>
            <a:ext cx="777240" cy="77724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t>What the Rubric Builder does</a:t>
            </a:r>
          </a:p>
        </p:txBody>
      </p:sp>
      <p:grpSp>
        <p:nvGrpSpPr>
          <p:cNvPr id="3" name="Group 8">
            <a:extLst>
              <a:ext uri="{FF2B5EF4-FFF2-40B4-BE49-F238E27FC236}">
                <a16:creationId xmlns:a16="http://schemas.microsoft.com/office/drawing/2014/main" id="{593AF3B1-3227-FCED-C8F1-E350CFCE8EDA}"/>
              </a:ext>
            </a:extLst>
          </p:cNvPr>
          <p:cNvGrpSpPr/>
          <p:nvPr/>
        </p:nvGrpSpPr>
        <p:grpSpPr>
          <a:xfrm>
            <a:off x="17318" y="6364432"/>
            <a:ext cx="961444" cy="415638"/>
            <a:chOff x="0" y="6364432"/>
            <a:chExt cx="961444" cy="415638"/>
          </a:xfrm>
        </p:grpSpPr>
        <p:pic>
          <p:nvPicPr>
            <p:cNvPr id="4" name="Picture 6" descr="A computer with blue text&#10;&#10;AI-generated content may be incorrect.">
              <a:extLst>
                <a:ext uri="{FF2B5EF4-FFF2-40B4-BE49-F238E27FC236}">
                  <a16:creationId xmlns:a16="http://schemas.microsoft.com/office/drawing/2014/main" id="{2AD2447E-1301-29BD-81D8-8148441ED689}"/>
                </a:ext>
              </a:extLst>
            </p:cNvPr>
            <p:cNvPicPr>
              <a:picLocks noChangeAspect="1"/>
            </p:cNvPicPr>
            <p:nvPr/>
          </p:nvPicPr>
          <p:blipFill>
            <a:blip r:embed="rId2"/>
            <a:stretch>
              <a:fillRect/>
            </a:stretch>
          </p:blipFill>
          <p:spPr>
            <a:xfrm>
              <a:off x="554285" y="6386118"/>
              <a:ext cx="407159" cy="361667"/>
            </a:xfrm>
            <a:prstGeom prst="rect">
              <a:avLst/>
            </a:prstGeom>
          </p:spPr>
        </p:pic>
        <p:pic>
          <p:nvPicPr>
            <p:cNvPr id="5" name="Picture 7" descr="A stack of books with a yellow bookmark&#10;&#10;AI-generated content may be incorrect.">
              <a:extLst>
                <a:ext uri="{FF2B5EF4-FFF2-40B4-BE49-F238E27FC236}">
                  <a16:creationId xmlns:a16="http://schemas.microsoft.com/office/drawing/2014/main" id="{49A4D62C-8B47-FE87-C5CF-BE22C6BDC151}"/>
                </a:ext>
              </a:extLst>
            </p:cNvPr>
            <p:cNvPicPr>
              <a:picLocks noChangeAspect="1"/>
            </p:cNvPicPr>
            <p:nvPr/>
          </p:nvPicPr>
          <p:blipFill>
            <a:blip r:embed="rId3"/>
            <a:stretch>
              <a:fillRect/>
            </a:stretch>
          </p:blipFill>
          <p:spPr>
            <a:xfrm>
              <a:off x="0" y="6364432"/>
              <a:ext cx="467592" cy="415638"/>
            </a:xfrm>
            <a:prstGeom prst="rect">
              <a:avLst/>
            </a:prstGeom>
          </p:spPr>
        </p:pic>
      </p:grpSp>
      <p:sp>
        <p:nvSpPr>
          <p:cNvPr id="6"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7" name="Chevron 6"/>
          <p:cNvSpPr/>
          <p:nvPr/>
        </p:nvSpPr>
        <p:spPr>
          <a:xfrm rot="5400000">
            <a:off x="576071" y="1609344"/>
            <a:ext cx="1152144" cy="658368"/>
          </a:xfrm>
          <a:prstGeom prst="chevron">
            <a:avLst/>
          </a:prstGeom>
          <a:solidFill>
            <a:srgbClr val="156082"/>
          </a:solidFill>
          <a:ln>
            <a:noFill/>
          </a:ln>
        </p:spPr>
        <p:txBody>
          <a:bodyPr rtlCol="0" anchor="ctr"/>
          <a:lstStyle/>
          <a:p>
            <a:pPr algn="ctr"/>
          </a:p>
        </p:txBody>
      </p:sp>
      <p:sp>
        <p:nvSpPr>
          <p:cNvPr id="8" name="Rounded Rectangle 7"/>
          <p:cNvSpPr/>
          <p:nvPr/>
        </p:nvSpPr>
        <p:spPr>
          <a:xfrm>
            <a:off x="1444752" y="1417320"/>
            <a:ext cx="9893808" cy="804672"/>
          </a:xfrm>
          <a:prstGeom prst="roundRect">
            <a:avLst>
              <a:gd name="adj" fmla="val 16000"/>
            </a:avLst>
          </a:prstGeom>
          <a:solidFill>
            <a:srgbClr val="FFFFFF"/>
          </a:solidFill>
          <a:ln w="19050">
            <a:solidFill>
              <a:srgbClr val="156082"/>
            </a:solidFill>
          </a:ln>
        </p:spPr>
        <p:txBody>
          <a:bodyPr rtlCol="0" anchor="ctr" wrap="square" lIns="201168" rIns="201168" tIns="140817" bIns="140817"/>
          <a:lstStyle/>
          <a:p>
            <a:pPr algn="l">
              <a:buNone/>
            </a:pPr>
            <a:r>
              <a:rPr b="1" sz="2000">
                <a:solidFill>
                  <a:srgbClr val="156082"/>
                </a:solidFill>
              </a:rPr>
              <a:t>Paste in</a:t>
            </a:r>
            <a:r>
              <a:rPr sz="2000">
                <a:solidFill>
                  <a:srgbClr val="232F3E"/>
                </a:solidFill>
              </a:rPr>
              <a:t> the assignment prompt, the learning objectives, and the course reading</a:t>
            </a:r>
          </a:p>
        </p:txBody>
      </p:sp>
      <p:sp>
        <p:nvSpPr>
          <p:cNvPr id="9" name="Chevron 8"/>
          <p:cNvSpPr/>
          <p:nvPr/>
        </p:nvSpPr>
        <p:spPr>
          <a:xfrm rot="5400000">
            <a:off x="576071" y="2651760"/>
            <a:ext cx="1152144" cy="658368"/>
          </a:xfrm>
          <a:prstGeom prst="chevron">
            <a:avLst/>
          </a:prstGeom>
          <a:solidFill>
            <a:srgbClr val="156082"/>
          </a:solidFill>
          <a:ln>
            <a:noFill/>
          </a:ln>
        </p:spPr>
        <p:txBody>
          <a:bodyPr rtlCol="0" anchor="ctr"/>
          <a:lstStyle/>
          <a:p>
            <a:pPr algn="ctr"/>
          </a:p>
        </p:txBody>
      </p:sp>
      <p:sp>
        <p:nvSpPr>
          <p:cNvPr id="10" name="Rounded Rectangle 9"/>
          <p:cNvSpPr/>
          <p:nvPr/>
        </p:nvSpPr>
        <p:spPr>
          <a:xfrm>
            <a:off x="1444752" y="2459736"/>
            <a:ext cx="9893808" cy="804672"/>
          </a:xfrm>
          <a:prstGeom prst="roundRect">
            <a:avLst>
              <a:gd name="adj" fmla="val 16000"/>
            </a:avLst>
          </a:prstGeom>
          <a:solidFill>
            <a:srgbClr val="FFFFFF"/>
          </a:solidFill>
          <a:ln w="19050">
            <a:solidFill>
              <a:srgbClr val="156082"/>
            </a:solidFill>
          </a:ln>
        </p:spPr>
        <p:txBody>
          <a:bodyPr rtlCol="0" anchor="ctr" wrap="square" lIns="201168" rIns="201168" tIns="140817" bIns="140817"/>
          <a:lstStyle/>
          <a:p>
            <a:pPr algn="l">
              <a:buNone/>
            </a:pPr>
            <a:r>
              <a:rPr b="1" sz="2000">
                <a:solidFill>
                  <a:srgbClr val="156082"/>
                </a:solidFill>
              </a:rPr>
              <a:t>It drafts</a:t>
            </a:r>
            <a:r>
              <a:rPr sz="2000">
                <a:solidFill>
                  <a:srgbClr val="232F3E"/>
                </a:solidFill>
              </a:rPr>
              <a:t> weighted criteria, each tied to an objective, with 0–4 level descriptors</a:t>
            </a:r>
          </a:p>
        </p:txBody>
      </p:sp>
      <p:sp>
        <p:nvSpPr>
          <p:cNvPr id="11" name="Chevron 10"/>
          <p:cNvSpPr/>
          <p:nvPr/>
        </p:nvSpPr>
        <p:spPr>
          <a:xfrm rot="5400000">
            <a:off x="576071" y="3694176"/>
            <a:ext cx="1152144" cy="658368"/>
          </a:xfrm>
          <a:prstGeom prst="chevron">
            <a:avLst/>
          </a:prstGeom>
          <a:solidFill>
            <a:srgbClr val="156082"/>
          </a:solidFill>
          <a:ln>
            <a:noFill/>
          </a:ln>
        </p:spPr>
        <p:txBody>
          <a:bodyPr rtlCol="0" anchor="ctr"/>
          <a:lstStyle/>
          <a:p>
            <a:pPr algn="ctr"/>
          </a:p>
        </p:txBody>
      </p:sp>
      <p:sp>
        <p:nvSpPr>
          <p:cNvPr id="12" name="Rounded Rectangle 11"/>
          <p:cNvSpPr/>
          <p:nvPr/>
        </p:nvSpPr>
        <p:spPr>
          <a:xfrm>
            <a:off x="1444752" y="3502152"/>
            <a:ext cx="9893808" cy="804672"/>
          </a:xfrm>
          <a:prstGeom prst="roundRect">
            <a:avLst>
              <a:gd name="adj" fmla="val 16000"/>
            </a:avLst>
          </a:prstGeom>
          <a:solidFill>
            <a:srgbClr val="FFFFFF"/>
          </a:solidFill>
          <a:ln w="19050">
            <a:solidFill>
              <a:srgbClr val="156082"/>
            </a:solidFill>
          </a:ln>
        </p:spPr>
        <p:txBody>
          <a:bodyPr rtlCol="0" anchor="ctr" wrap="square" lIns="201168" rIns="201168" tIns="140817" bIns="140817"/>
          <a:lstStyle/>
          <a:p>
            <a:pPr algn="l">
              <a:buNone/>
            </a:pPr>
            <a:r>
              <a:rPr b="1" sz="2000">
                <a:solidFill>
                  <a:srgbClr val="156082"/>
                </a:solidFill>
              </a:rPr>
              <a:t>It adds</a:t>
            </a:r>
            <a:r>
              <a:rPr sz="2000">
                <a:solidFill>
                  <a:srgbClr val="232F3E"/>
                </a:solidFill>
              </a:rPr>
              <a:t> a </a:t>
            </a:r>
            <a:r>
              <a:rPr i="1" b="0" sz="2000">
                <a:solidFill>
                  <a:srgbClr val="232F3E"/>
                </a:solidFill>
              </a:rPr>
              <a:t>present when</a:t>
            </a:r>
            <a:r>
              <a:rPr sz="2000">
                <a:solidFill>
                  <a:srgbClr val="232F3E"/>
                </a:solidFill>
              </a:rPr>
              <a:t> line to every criterion — what Triage checks for later</a:t>
            </a:r>
          </a:p>
        </p:txBody>
      </p:sp>
      <p:sp>
        <p:nvSpPr>
          <p:cNvPr id="13" name="Chevron 12"/>
          <p:cNvSpPr/>
          <p:nvPr/>
        </p:nvSpPr>
        <p:spPr>
          <a:xfrm rot="5400000">
            <a:off x="576071" y="4736592"/>
            <a:ext cx="1152144" cy="658368"/>
          </a:xfrm>
          <a:prstGeom prst="chevron">
            <a:avLst/>
          </a:prstGeom>
          <a:solidFill>
            <a:srgbClr val="156082"/>
          </a:solidFill>
          <a:ln>
            <a:noFill/>
          </a:ln>
        </p:spPr>
        <p:txBody>
          <a:bodyPr rtlCol="0" anchor="ctr"/>
          <a:lstStyle/>
          <a:p>
            <a:pPr algn="ctr"/>
          </a:p>
        </p:txBody>
      </p:sp>
      <p:sp>
        <p:nvSpPr>
          <p:cNvPr id="14" name="Rounded Rectangle 13"/>
          <p:cNvSpPr/>
          <p:nvPr/>
        </p:nvSpPr>
        <p:spPr>
          <a:xfrm>
            <a:off x="1444752" y="4544568"/>
            <a:ext cx="9893808" cy="804672"/>
          </a:xfrm>
          <a:prstGeom prst="roundRect">
            <a:avLst>
              <a:gd name="adj" fmla="val 16000"/>
            </a:avLst>
          </a:prstGeom>
          <a:solidFill>
            <a:srgbClr val="FFFFFF"/>
          </a:solidFill>
          <a:ln w="19050">
            <a:solidFill>
              <a:srgbClr val="156082"/>
            </a:solidFill>
          </a:ln>
        </p:spPr>
        <p:txBody>
          <a:bodyPr rtlCol="0" anchor="ctr" wrap="square" lIns="201168" rIns="201168" tIns="140817" bIns="140817"/>
          <a:lstStyle/>
          <a:p>
            <a:pPr algn="l">
              <a:buNone/>
            </a:pPr>
            <a:r>
              <a:rPr b="1" sz="2000">
                <a:solidFill>
                  <a:srgbClr val="156082"/>
                </a:solidFill>
              </a:rPr>
              <a:t>You review</a:t>
            </a:r>
            <a:r>
              <a:rPr sz="2000">
                <a:solidFill>
                  <a:srgbClr val="232F3E"/>
                </a:solidFill>
              </a:rPr>
              <a:t> and edit. It exports in the one format the other three tools read.</a:t>
            </a:r>
          </a:p>
        </p:txBody>
      </p:sp>
      <p:pic>
        <p:nvPicPr>
          <p:cNvPr id="15" name="Picture 14" descr="drive-qr.png"/>
          <p:cNvPicPr>
            <a:picLocks noChangeAspect="1"/>
          </p:cNvPicPr>
          <p:nvPr/>
        </p:nvPicPr>
        <p:blipFill>
          <a:blip r:embed="rId5"/>
          <a:stretch>
            <a:fillRect/>
          </a:stretch>
        </p:blipFill>
        <p:spPr>
          <a:xfrm>
            <a:off x="1024128" y="5989320"/>
            <a:ext cx="777240" cy="77724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t>Stress test: one paper, two rubrics</a:t>
            </a:r>
          </a:p>
        </p:txBody>
      </p:sp>
      <p:grpSp>
        <p:nvGrpSpPr>
          <p:cNvPr id="3" name="Group 8">
            <a:extLst>
              <a:ext uri="{FF2B5EF4-FFF2-40B4-BE49-F238E27FC236}">
                <a16:creationId xmlns:a16="http://schemas.microsoft.com/office/drawing/2014/main" id="{593AF3B1-3227-FCED-C8F1-E350CFCE8EDA}"/>
              </a:ext>
            </a:extLst>
          </p:cNvPr>
          <p:cNvGrpSpPr/>
          <p:nvPr/>
        </p:nvGrpSpPr>
        <p:grpSpPr>
          <a:xfrm>
            <a:off x="17318" y="6364432"/>
            <a:ext cx="961444" cy="415638"/>
            <a:chOff x="0" y="6364432"/>
            <a:chExt cx="961444" cy="415638"/>
          </a:xfrm>
        </p:grpSpPr>
        <p:pic>
          <p:nvPicPr>
            <p:cNvPr id="4" name="Picture 6" descr="A computer with blue text&#10;&#10;AI-generated content may be incorrect.">
              <a:extLst>
                <a:ext uri="{FF2B5EF4-FFF2-40B4-BE49-F238E27FC236}">
                  <a16:creationId xmlns:a16="http://schemas.microsoft.com/office/drawing/2014/main" id="{2AD2447E-1301-29BD-81D8-8148441ED689}"/>
                </a:ext>
              </a:extLst>
            </p:cNvPr>
            <p:cNvPicPr>
              <a:picLocks noChangeAspect="1"/>
            </p:cNvPicPr>
            <p:nvPr/>
          </p:nvPicPr>
          <p:blipFill>
            <a:blip r:embed="rId2"/>
            <a:stretch>
              <a:fillRect/>
            </a:stretch>
          </p:blipFill>
          <p:spPr>
            <a:xfrm>
              <a:off x="554285" y="6386118"/>
              <a:ext cx="407159" cy="361667"/>
            </a:xfrm>
            <a:prstGeom prst="rect">
              <a:avLst/>
            </a:prstGeom>
          </p:spPr>
        </p:pic>
        <p:pic>
          <p:nvPicPr>
            <p:cNvPr id="5" name="Picture 7" descr="A stack of books with a yellow bookmark&#10;&#10;AI-generated content may be incorrect.">
              <a:extLst>
                <a:ext uri="{FF2B5EF4-FFF2-40B4-BE49-F238E27FC236}">
                  <a16:creationId xmlns:a16="http://schemas.microsoft.com/office/drawing/2014/main" id="{49A4D62C-8B47-FE87-C5CF-BE22C6BDC151}"/>
                </a:ext>
              </a:extLst>
            </p:cNvPr>
            <p:cNvPicPr>
              <a:picLocks noChangeAspect="1"/>
            </p:cNvPicPr>
            <p:nvPr/>
          </p:nvPicPr>
          <p:blipFill>
            <a:blip r:embed="rId3"/>
            <a:stretch>
              <a:fillRect/>
            </a:stretch>
          </p:blipFill>
          <p:spPr>
            <a:xfrm>
              <a:off x="0" y="6364432"/>
              <a:ext cx="467592" cy="415638"/>
            </a:xfrm>
            <a:prstGeom prst="rect">
              <a:avLst/>
            </a:prstGeom>
          </p:spPr>
        </p:pic>
      </p:grpSp>
      <p:sp>
        <p:nvSpPr>
          <p:cNvPr id="6"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7" name="Rounded Rectangle 6"/>
          <p:cNvSpPr/>
          <p:nvPr/>
        </p:nvSpPr>
        <p:spPr>
          <a:xfrm>
            <a:off x="685800" y="1463040"/>
            <a:ext cx="5120640" cy="356616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274320" rIns="274320" tIns="192024" bIns="192024"/>
          <a:lstStyle/>
          <a:p>
            <a:pPr algn="ctr">
              <a:spcAft>
                <a:spcPts val="1000"/>
              </a:spcAft>
              <a:buNone/>
            </a:pPr>
            <a:r>
              <a:rPr i="1" sz="2200">
                <a:solidFill>
                  <a:srgbClr val="232F3E"/>
                </a:solidFill>
              </a:rPr>
              <a:t>Original rubric</a:t>
            </a:r>
          </a:p>
          <a:p>
            <a:pPr algn="ctr">
              <a:spcAft>
                <a:spcPts val="800"/>
              </a:spcAft>
              <a:buNone/>
            </a:pPr>
            <a:r>
              <a:rPr b="1" sz="8800">
                <a:solidFill>
                  <a:srgbClr val="232F3E"/>
                </a:solidFill>
              </a:rPr>
              <a:t>B+</a:t>
            </a:r>
          </a:p>
          <a:p>
            <a:pPr algn="ctr">
              <a:spcAft>
                <a:spcPts val="800"/>
              </a:spcAft>
              <a:buNone/>
            </a:pPr>
            <a:r>
              <a:rPr sz="2000">
                <a:solidFill>
                  <a:srgbClr val="232F3E"/>
                </a:solidFill>
              </a:rPr>
              <a:t>≈ 88 / 100</a:t>
            </a:r>
          </a:p>
          <a:p>
            <a:pPr algn="ctr">
              <a:spcAft>
                <a:spcPts val="800"/>
              </a:spcAft>
              <a:buNone/>
            </a:pPr>
            <a:r>
              <a:rPr sz="1800">
                <a:solidFill>
                  <a:srgbClr val="5F6B7A"/>
                </a:solidFill>
              </a:rPr>
              <a:t>Rewards organization and clean prose</a:t>
            </a:r>
          </a:p>
        </p:txBody>
      </p:sp>
      <p:sp>
        <p:nvSpPr>
          <p:cNvPr id="8" name="Rounded Rectangle 7"/>
          <p:cNvSpPr/>
          <p:nvPr/>
        </p:nvSpPr>
        <p:spPr>
          <a:xfrm>
            <a:off x="6382512" y="1463040"/>
            <a:ext cx="5120640" cy="356616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274320" rIns="274320" tIns="192024" bIns="192024"/>
          <a:lstStyle/>
          <a:p>
            <a:pPr algn="ctr">
              <a:spcAft>
                <a:spcPts val="1000"/>
              </a:spcAft>
              <a:buNone/>
            </a:pPr>
            <a:r>
              <a:rPr i="1" sz="2200">
                <a:solidFill>
                  <a:srgbClr val="232F3E"/>
                </a:solidFill>
              </a:rPr>
              <a:t>Generated rubric</a:t>
            </a:r>
          </a:p>
          <a:p>
            <a:pPr algn="ctr">
              <a:spcAft>
                <a:spcPts val="800"/>
              </a:spcAft>
              <a:buNone/>
            </a:pPr>
            <a:r>
              <a:rPr b="1" sz="8800">
                <a:solidFill>
                  <a:srgbClr val="C00000"/>
                </a:solidFill>
              </a:rPr>
              <a:t>F</a:t>
            </a:r>
          </a:p>
          <a:p>
            <a:pPr algn="ctr">
              <a:spcAft>
                <a:spcPts val="800"/>
              </a:spcAft>
              <a:buNone/>
            </a:pPr>
            <a:r>
              <a:rPr sz="2000">
                <a:solidFill>
                  <a:srgbClr val="232F3E"/>
                </a:solidFill>
              </a:rPr>
              <a:t>≈ 38%</a:t>
            </a:r>
          </a:p>
          <a:p>
            <a:pPr algn="ctr">
              <a:spcAft>
                <a:spcPts val="800"/>
              </a:spcAft>
              <a:buNone/>
            </a:pPr>
            <a:r>
              <a:rPr sz="1800">
                <a:solidFill>
                  <a:srgbClr val="5F6B7A"/>
                </a:solidFill>
              </a:rPr>
              <a:t>Running-time claims contradict the reading</a:t>
            </a:r>
          </a:p>
        </p:txBody>
      </p:sp>
      <p:sp>
        <p:nvSpPr>
          <p:cNvPr id="9" name="TextBox 8"/>
          <p:cNvSpPr txBox="1"/>
          <p:nvPr/>
        </p:nvSpPr>
        <p:spPr>
          <a:xfrm>
            <a:off x="914400" y="5257800"/>
            <a:ext cx="10332720" cy="548640"/>
          </a:xfrm>
          <a:prstGeom prst="rect">
            <a:avLst/>
          </a:prstGeom>
          <a:noFill/>
        </p:spPr>
        <p:txBody>
          <a:bodyPr wrap="square" anchor="t" lIns="45720" rIns="45720">
            <a:spAutoFit/>
          </a:bodyPr>
          <a:lstStyle/>
          <a:p>
            <a:pPr algn="ctr">
              <a:buNone/>
            </a:pPr>
            <a:r>
              <a:rPr i="1" sz="1600">
                <a:solidFill>
                  <a:srgbClr val="5F6B7A"/>
                </a:solidFill>
              </a:rPr>
              <a:t>Marcus Lee's paper. Hand-scored preview — the live run happens on screen.</a:t>
            </a:r>
          </a:p>
        </p:txBody>
      </p:sp>
      <p:pic>
        <p:nvPicPr>
          <p:cNvPr id="10" name="Picture 9" descr="drive-qr.png"/>
          <p:cNvPicPr>
            <a:picLocks noChangeAspect="1"/>
          </p:cNvPicPr>
          <p:nvPr/>
        </p:nvPicPr>
        <p:blipFill>
          <a:blip r:embed="rId5"/>
          <a:stretch>
            <a:fillRect/>
          </a:stretch>
        </p:blipFill>
        <p:spPr>
          <a:xfrm>
            <a:off x="1024128" y="5989320"/>
            <a:ext cx="777240" cy="77724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t>What the new rubric caught</a:t>
            </a:r>
          </a:p>
        </p:txBody>
      </p:sp>
      <p:grpSp>
        <p:nvGrpSpPr>
          <p:cNvPr id="3" name="Group 8">
            <a:extLst>
              <a:ext uri="{FF2B5EF4-FFF2-40B4-BE49-F238E27FC236}">
                <a16:creationId xmlns:a16="http://schemas.microsoft.com/office/drawing/2014/main" id="{593AF3B1-3227-FCED-C8F1-E350CFCE8EDA}"/>
              </a:ext>
            </a:extLst>
          </p:cNvPr>
          <p:cNvGrpSpPr/>
          <p:nvPr/>
        </p:nvGrpSpPr>
        <p:grpSpPr>
          <a:xfrm>
            <a:off x="17318" y="6364432"/>
            <a:ext cx="961444" cy="415638"/>
            <a:chOff x="0" y="6364432"/>
            <a:chExt cx="961444" cy="415638"/>
          </a:xfrm>
        </p:grpSpPr>
        <p:pic>
          <p:nvPicPr>
            <p:cNvPr id="4" name="Picture 6" descr="A computer with blue text&#10;&#10;AI-generated content may be incorrect.">
              <a:extLst>
                <a:ext uri="{FF2B5EF4-FFF2-40B4-BE49-F238E27FC236}">
                  <a16:creationId xmlns:a16="http://schemas.microsoft.com/office/drawing/2014/main" id="{2AD2447E-1301-29BD-81D8-8148441ED689}"/>
                </a:ext>
              </a:extLst>
            </p:cNvPr>
            <p:cNvPicPr>
              <a:picLocks noChangeAspect="1"/>
            </p:cNvPicPr>
            <p:nvPr/>
          </p:nvPicPr>
          <p:blipFill>
            <a:blip r:embed="rId2"/>
            <a:stretch>
              <a:fillRect/>
            </a:stretch>
          </p:blipFill>
          <p:spPr>
            <a:xfrm>
              <a:off x="554285" y="6386118"/>
              <a:ext cx="407159" cy="361667"/>
            </a:xfrm>
            <a:prstGeom prst="rect">
              <a:avLst/>
            </a:prstGeom>
          </p:spPr>
        </p:pic>
        <p:pic>
          <p:nvPicPr>
            <p:cNvPr id="5" name="Picture 7" descr="A stack of books with a yellow bookmark&#10;&#10;AI-generated content may be incorrect.">
              <a:extLst>
                <a:ext uri="{FF2B5EF4-FFF2-40B4-BE49-F238E27FC236}">
                  <a16:creationId xmlns:a16="http://schemas.microsoft.com/office/drawing/2014/main" id="{49A4D62C-8B47-FE87-C5CF-BE22C6BDC151}"/>
                </a:ext>
              </a:extLst>
            </p:cNvPr>
            <p:cNvPicPr>
              <a:picLocks noChangeAspect="1"/>
            </p:cNvPicPr>
            <p:nvPr/>
          </p:nvPicPr>
          <p:blipFill>
            <a:blip r:embed="rId3"/>
            <a:stretch>
              <a:fillRect/>
            </a:stretch>
          </p:blipFill>
          <p:spPr>
            <a:xfrm>
              <a:off x="0" y="6364432"/>
              <a:ext cx="467592" cy="415638"/>
            </a:xfrm>
            <a:prstGeom prst="rect">
              <a:avLst/>
            </a:prstGeom>
          </p:spPr>
        </p:pic>
      </p:grpSp>
      <p:sp>
        <p:nvSpPr>
          <p:cNvPr id="6"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graphicFrame>
        <p:nvGraphicFramePr>
          <p:cNvPr id="7" name="Table 6"/>
          <p:cNvGraphicFramePr>
            <a:graphicFrameLocks noGrp="1"/>
          </p:cNvGraphicFramePr>
          <p:nvPr/>
        </p:nvGraphicFramePr>
        <p:xfrm>
          <a:off x="548640" y="1417320"/>
          <a:ext cx="11064240" cy="3474720"/>
        </p:xfrm>
        <a:graphic>
          <a:graphicData uri="http://schemas.openxmlformats.org/drawingml/2006/table">
            <a:tbl>
              <a:tblPr firstRow="1" bandRow="1">
                <a:tableStyleId>{5C22544A-7EE6-4342-B048-85BDC9FD1C3A}</a:tableStyleId>
              </a:tblPr>
              <a:tblGrid>
                <a:gridCol w="5120640"/>
                <a:gridCol w="5943600"/>
              </a:tblGrid>
              <a:tr h="868680">
                <a:tc>
                  <a:txBody>
                    <a:bodyPr wrap="square"/>
                    <a:lstStyle/>
                    <a:p>
                      <a:pPr>
                        <a:buNone/>
                      </a:pPr>
                      <a:r>
                        <a:rPr b="1" sz="1700">
                          <a:solidFill>
                            <a:srgbClr val="FFFFFF"/>
                          </a:solidFill>
                        </a:rPr>
                        <a:t>Marcus wrote</a:t>
                      </a:r>
                    </a:p>
                  </a:txBody>
                  <a:tcPr marL="128016" marR="128016" anchor="ctr">
                    <a:solidFill>
                      <a:srgbClr val="156082"/>
                    </a:solidFill>
                  </a:tcPr>
                </a:tc>
                <a:tc>
                  <a:txBody>
                    <a:bodyPr wrap="square"/>
                    <a:lstStyle/>
                    <a:p>
                      <a:pPr>
                        <a:buNone/>
                      </a:pPr>
                      <a:r>
                        <a:rPr b="1" sz="1700">
                          <a:solidFill>
                            <a:srgbClr val="FFFFFF"/>
                          </a:solidFill>
                        </a:rPr>
                        <a:t>The course reading says</a:t>
                      </a:r>
                    </a:p>
                  </a:txBody>
                  <a:tcPr marL="128016" marR="128016" anchor="ctr">
                    <a:solidFill>
                      <a:srgbClr val="156082"/>
                    </a:solidFill>
                  </a:tcPr>
                </a:tc>
              </a:tr>
              <a:tr h="868680">
                <a:tc>
                  <a:txBody>
                    <a:bodyPr wrap="square"/>
                    <a:lstStyle/>
                    <a:p>
                      <a:pPr>
                        <a:buNone/>
                      </a:pPr>
                      <a:r>
                        <a:rPr sz="1700">
                          <a:solidFill>
                            <a:srgbClr val="232F3E"/>
                          </a:solidFill>
                        </a:rPr>
                        <a:t>“Adding to the end of an array is always O(1)”</a:t>
                      </a:r>
                    </a:p>
                  </a:txBody>
                  <a:tcPr marL="128016" marR="128016" anchor="ctr">
                    <a:solidFill>
                      <a:srgbClr val="FFFFFF"/>
                    </a:solidFill>
                  </a:tcPr>
                </a:tc>
                <a:tc>
                  <a:txBody>
                    <a:bodyPr wrap="square"/>
                    <a:lstStyle/>
                    <a:p>
                      <a:pPr>
                        <a:buNone/>
                      </a:pPr>
                      <a:r>
                        <a:rPr sz="1700">
                          <a:solidFill>
                            <a:srgbClr val="232F3E"/>
                          </a:solidFill>
                        </a:rPr>
                        <a:t>O(1) </a:t>
                      </a:r>
                      <a:r>
                        <a:rPr b="1" sz="1700">
                          <a:solidFill>
                            <a:srgbClr val="156082"/>
                          </a:solidFill>
                        </a:rPr>
                        <a:t>amortized</a:t>
                      </a:r>
                      <a:r>
                        <a:rPr sz="1700">
                          <a:solidFill>
                            <a:srgbClr val="232F3E"/>
                          </a:solidFill>
                        </a:rPr>
                        <a:t> — the array is copied when it fills (§2.1)</a:t>
                      </a:r>
                    </a:p>
                  </a:txBody>
                  <a:tcPr marL="128016" marR="128016" anchor="ctr">
                    <a:solidFill>
                      <a:srgbClr val="FFFFFF"/>
                    </a:solidFill>
                  </a:tcPr>
                </a:tc>
              </a:tr>
              <a:tr h="868680">
                <a:tc>
                  <a:txBody>
                    <a:bodyPr wrap="square"/>
                    <a:lstStyle/>
                    <a:p>
                      <a:pPr>
                        <a:buNone/>
                      </a:pPr>
                      <a:r>
                        <a:rPr sz="1700">
                          <a:solidFill>
                            <a:srgbClr val="232F3E"/>
                          </a:solidFill>
                        </a:rPr>
                        <a:t>“Getting an element is also fast, about O(1)” (linked list)</a:t>
                      </a:r>
                    </a:p>
                  </a:txBody>
                  <a:tcPr marL="128016" marR="128016" anchor="ctr">
                    <a:solidFill>
                      <a:srgbClr val="F4F6F8"/>
                    </a:solidFill>
                  </a:tcPr>
                </a:tc>
                <a:tc>
                  <a:txBody>
                    <a:bodyPr wrap="square"/>
                    <a:lstStyle/>
                    <a:p>
                      <a:pPr>
                        <a:buNone/>
                      </a:pPr>
                      <a:r>
                        <a:rPr sz="1700">
                          <a:solidFill>
                            <a:srgbClr val="232F3E"/>
                          </a:solidFill>
                        </a:rPr>
                        <a:t>O(1 + min{i, n − i}) — following pointers </a:t>
                      </a:r>
                      <a:r>
                        <a:rPr i="1" b="0" sz="1700">
                          <a:solidFill>
                            <a:srgbClr val="232F3E"/>
                          </a:solidFill>
                        </a:rPr>
                        <a:t>is</a:t>
                      </a:r>
                      <a:r>
                        <a:rPr sz="1700">
                          <a:solidFill>
                            <a:srgbClr val="232F3E"/>
                          </a:solidFill>
                        </a:rPr>
                        <a:t> the cost (Table 1.1)</a:t>
                      </a:r>
                    </a:p>
                  </a:txBody>
                  <a:tcPr marL="128016" marR="128016" anchor="ctr">
                    <a:solidFill>
                      <a:srgbClr val="F4F6F8"/>
                    </a:solidFill>
                  </a:tcPr>
                </a:tc>
              </a:tr>
              <a:tr h="868680">
                <a:tc>
                  <a:txBody>
                    <a:bodyPr wrap="square"/>
                    <a:lstStyle/>
                    <a:p>
                      <a:pPr>
                        <a:buNone/>
                      </a:pPr>
                      <a:r>
                        <a:rPr sz="1700">
                          <a:solidFill>
                            <a:srgbClr val="232F3E"/>
                          </a:solidFill>
                        </a:rPr>
                        <a:t>“In an array you also just put the element in, so it is also fast”</a:t>
                      </a:r>
                    </a:p>
                  </a:txBody>
                  <a:tcPr marL="128016" marR="128016" anchor="ctr">
                    <a:solidFill>
                      <a:srgbClr val="FFFFFF"/>
                    </a:solidFill>
                  </a:tcPr>
                </a:tc>
                <a:tc>
                  <a:txBody>
                    <a:bodyPr wrap="square"/>
                    <a:lstStyle/>
                    <a:p>
                      <a:pPr>
                        <a:buNone/>
                      </a:pPr>
                      <a:r>
                        <a:rPr sz="1700">
                          <a:solidFill>
                            <a:srgbClr val="232F3E"/>
                          </a:solidFill>
                        </a:rPr>
                        <a:t>O(1 + n − i) — every later element shifts to make room (§2.1)</a:t>
                      </a:r>
                    </a:p>
                  </a:txBody>
                  <a:tcPr marL="128016" marR="128016" anchor="ctr">
                    <a:solidFill>
                      <a:srgbClr val="FFFFFF"/>
                    </a:solidFill>
                  </a:tcPr>
                </a:tc>
              </a:tr>
            </a:tbl>
          </a:graphicData>
        </a:graphic>
      </p:graphicFrame>
      <p:sp>
        <p:nvSpPr>
          <p:cNvPr id="8" name="Rounded Rectangle 7"/>
          <p:cNvSpPr/>
          <p:nvPr/>
        </p:nvSpPr>
        <p:spPr>
          <a:xfrm>
            <a:off x="1737360" y="5074920"/>
            <a:ext cx="8686800" cy="777240"/>
          </a:xfrm>
          <a:prstGeom prst="roundRect">
            <a:avLst>
              <a:gd name="adj" fmla="val 18000"/>
            </a:avLst>
          </a:prstGeom>
          <a:solidFill>
            <a:srgbClr val="0E2841"/>
          </a:solidFill>
          <a:ln>
            <a:noFill/>
          </a:ln>
          <a:effectLst>
            <a:outerShdw blurRad="50800" dist="38100" dir="2700000" algn="tl" rotWithShape="0">
              <a:prstClr val="black">
                <a:alpha val="40000"/>
              </a:prstClr>
            </a:outerShdw>
          </a:effectLst>
        </p:spPr>
        <p:txBody>
          <a:bodyPr rtlCol="0" anchor="ctr" wrap="square" lIns="274320" rIns="274320" tIns="192024" bIns="192024"/>
          <a:lstStyle/>
          <a:p>
            <a:pPr algn="ctr">
              <a:spcAft>
                <a:spcPts val="600"/>
              </a:spcAft>
              <a:buNone/>
            </a:pPr>
            <a:r>
              <a:rPr b="1" sz="2000">
                <a:solidFill>
                  <a:srgbClr val="FFFFFF"/>
                </a:solidFill>
              </a:rPr>
              <a:t>The rubric carries the expertise, so the grader doesn't have to.</a:t>
            </a:r>
          </a:p>
        </p:txBody>
      </p:sp>
      <p:pic>
        <p:nvPicPr>
          <p:cNvPr id="9" name="Picture 8" descr="drive-qr.png"/>
          <p:cNvPicPr>
            <a:picLocks noChangeAspect="1"/>
          </p:cNvPicPr>
          <p:nvPr/>
        </p:nvPicPr>
        <p:blipFill>
          <a:blip r:embed="rId5"/>
          <a:stretch>
            <a:fillRect/>
          </a:stretch>
        </p:blipFill>
        <p:spPr>
          <a:xfrm>
            <a:off x="1024128" y="5989320"/>
            <a:ext cx="777240" cy="77724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t>Your turn: a rubric for your assignment</a:t>
            </a:r>
          </a:p>
        </p:txBody>
      </p:sp>
      <p:grpSp>
        <p:nvGrpSpPr>
          <p:cNvPr id="3" name="Group 8">
            <a:extLst>
              <a:ext uri="{FF2B5EF4-FFF2-40B4-BE49-F238E27FC236}">
                <a16:creationId xmlns:a16="http://schemas.microsoft.com/office/drawing/2014/main" id="{593AF3B1-3227-FCED-C8F1-E350CFCE8EDA}"/>
              </a:ext>
            </a:extLst>
          </p:cNvPr>
          <p:cNvGrpSpPr/>
          <p:nvPr/>
        </p:nvGrpSpPr>
        <p:grpSpPr>
          <a:xfrm>
            <a:off x="17318" y="6364432"/>
            <a:ext cx="961444" cy="415638"/>
            <a:chOff x="0" y="6364432"/>
            <a:chExt cx="961444" cy="415638"/>
          </a:xfrm>
        </p:grpSpPr>
        <p:pic>
          <p:nvPicPr>
            <p:cNvPr id="4" name="Picture 6" descr="A computer with blue text&#10;&#10;AI-generated content may be incorrect.">
              <a:extLst>
                <a:ext uri="{FF2B5EF4-FFF2-40B4-BE49-F238E27FC236}">
                  <a16:creationId xmlns:a16="http://schemas.microsoft.com/office/drawing/2014/main" id="{2AD2447E-1301-29BD-81D8-8148441ED689}"/>
                </a:ext>
              </a:extLst>
            </p:cNvPr>
            <p:cNvPicPr>
              <a:picLocks noChangeAspect="1"/>
            </p:cNvPicPr>
            <p:nvPr/>
          </p:nvPicPr>
          <p:blipFill>
            <a:blip r:embed="rId2"/>
            <a:stretch>
              <a:fillRect/>
            </a:stretch>
          </p:blipFill>
          <p:spPr>
            <a:xfrm>
              <a:off x="554285" y="6386118"/>
              <a:ext cx="407159" cy="361667"/>
            </a:xfrm>
            <a:prstGeom prst="rect">
              <a:avLst/>
            </a:prstGeom>
          </p:spPr>
        </p:pic>
        <p:pic>
          <p:nvPicPr>
            <p:cNvPr id="5" name="Picture 7" descr="A stack of books with a yellow bookmark&#10;&#10;AI-generated content may be incorrect.">
              <a:extLst>
                <a:ext uri="{FF2B5EF4-FFF2-40B4-BE49-F238E27FC236}">
                  <a16:creationId xmlns:a16="http://schemas.microsoft.com/office/drawing/2014/main" id="{49A4D62C-8B47-FE87-C5CF-BE22C6BDC151}"/>
                </a:ext>
              </a:extLst>
            </p:cNvPr>
            <p:cNvPicPr>
              <a:picLocks noChangeAspect="1"/>
            </p:cNvPicPr>
            <p:nvPr/>
          </p:nvPicPr>
          <p:blipFill>
            <a:blip r:embed="rId3"/>
            <a:stretch>
              <a:fillRect/>
            </a:stretch>
          </p:blipFill>
          <p:spPr>
            <a:xfrm>
              <a:off x="0" y="6364432"/>
              <a:ext cx="467592" cy="415638"/>
            </a:xfrm>
            <a:prstGeom prst="rect">
              <a:avLst/>
            </a:prstGeom>
          </p:spPr>
        </p:pic>
      </p:grpSp>
      <p:sp>
        <p:nvSpPr>
          <p:cNvPr id="6"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7" name="Rounded Rectangle 6"/>
          <p:cNvSpPr/>
          <p:nvPr/>
        </p:nvSpPr>
        <p:spPr>
          <a:xfrm>
            <a:off x="2898648" y="1783080"/>
            <a:ext cx="6400800" cy="288036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274320" rIns="274320" tIns="192024" bIns="192024"/>
          <a:lstStyle/>
          <a:p>
            <a:pPr algn="ctr">
              <a:spcAft>
                <a:spcPts val="1000"/>
              </a:spcAft>
              <a:buNone/>
            </a:pPr>
            <a:r>
              <a:rPr i="1" sz="2500">
                <a:solidFill>
                  <a:srgbClr val="232F3E"/>
                </a:solidFill>
              </a:rPr>
              <a:t>Check it</a:t>
            </a:r>
          </a:p>
          <a:p>
            <a:pPr algn="l" marL="342900" indent="-342900">
              <a:spcAft>
                <a:spcPts val="800"/>
              </a:spcAft>
              <a:buFont typeface="Arial"/>
              <a:buChar char="•"/>
            </a:pPr>
            <a:r>
              <a:rPr sz="2100">
                <a:solidFill>
                  <a:srgbClr val="232F3E"/>
                </a:solidFill>
              </a:rPr>
              <a:t>Does every criterion map to an </a:t>
            </a:r>
            <a:r>
              <a:rPr b="1" sz="2100">
                <a:solidFill>
                  <a:srgbClr val="156082"/>
                </a:solidFill>
              </a:rPr>
              <a:t>objective</a:t>
            </a:r>
            <a:r>
              <a:rPr sz="2100">
                <a:solidFill>
                  <a:srgbClr val="232F3E"/>
                </a:solidFill>
              </a:rPr>
              <a:t>?</a:t>
            </a:r>
          </a:p>
          <a:p>
            <a:pPr algn="l" marL="342900" indent="-342900">
              <a:spcAft>
                <a:spcPts val="800"/>
              </a:spcAft>
              <a:buFont typeface="Arial"/>
              <a:buChar char="•"/>
            </a:pPr>
            <a:r>
              <a:rPr sz="2100">
                <a:solidFill>
                  <a:srgbClr val="232F3E"/>
                </a:solidFill>
              </a:rPr>
              <a:t>Could a colleague tell a </a:t>
            </a:r>
            <a:r>
              <a:rPr b="1" sz="2100">
                <a:solidFill>
                  <a:srgbClr val="156082"/>
                </a:solidFill>
              </a:rPr>
              <a:t>2 from a 3</a:t>
            </a:r>
            <a:r>
              <a:rPr sz="2100">
                <a:solidFill>
                  <a:srgbClr val="232F3E"/>
                </a:solidFill>
              </a:rPr>
              <a:t>?</a:t>
            </a:r>
          </a:p>
          <a:p>
            <a:pPr algn="l" marL="342900" indent="-342900">
              <a:spcAft>
                <a:spcPts val="800"/>
              </a:spcAft>
              <a:buFont typeface="Arial"/>
              <a:buChar char="•"/>
            </a:pPr>
            <a:r>
              <a:rPr sz="2100">
                <a:solidFill>
                  <a:srgbClr val="232F3E"/>
                </a:solidFill>
              </a:rPr>
              <a:t>Does anything check that claims are </a:t>
            </a:r>
            <a:r>
              <a:rPr b="1" sz="2100">
                <a:solidFill>
                  <a:srgbClr val="156082"/>
                </a:solidFill>
              </a:rPr>
              <a:t>correct</a:t>
            </a:r>
            <a:r>
              <a:rPr sz="2100">
                <a:solidFill>
                  <a:srgbClr val="232F3E"/>
                </a:solidFill>
              </a:rPr>
              <a:t>?</a:t>
            </a:r>
          </a:p>
          <a:p>
            <a:pPr algn="l" marL="342900" indent="-342900">
              <a:spcBef>
                <a:spcPts val="1400"/>
              </a:spcBef>
              <a:spcAft>
                <a:spcPts val="800"/>
              </a:spcAft>
              <a:buFont typeface="Arial"/>
              <a:buChar char="•"/>
            </a:pPr>
            <a:r>
              <a:rPr i="1" sz="1700">
                <a:solidFill>
                  <a:srgbClr val="5F6B7A"/>
                </a:solidFill>
              </a:rPr>
              <a:t>Assignments and rubrics only — never student work.</a:t>
            </a:r>
          </a:p>
        </p:txBody>
      </p:sp>
      <p:sp>
        <p:nvSpPr>
          <p:cNvPr id="8" name="Rounded Rectangle 7"/>
          <p:cNvSpPr/>
          <p:nvPr/>
        </p:nvSpPr>
        <p:spPr>
          <a:xfrm>
            <a:off x="9189720" y="6336792"/>
            <a:ext cx="2011680" cy="365760"/>
          </a:xfrm>
          <a:prstGeom prst="roundRect">
            <a:avLst>
              <a:gd name="adj" fmla="val 50000"/>
            </a:avLst>
          </a:prstGeom>
          <a:gradFill rotWithShape="1">
            <a:gsLst>
              <a:gs pos="0">
                <a:srgbClr val="F66C02"/>
              </a:gs>
              <a:gs pos="53000">
                <a:srgbClr val="FF28EF"/>
              </a:gs>
              <a:gs pos="100000">
                <a:srgbClr val="0F65F9"/>
              </a:gs>
            </a:gsLst>
            <a:lin ang="0" scaled="1"/>
          </a:gradFill>
          <a:ln>
            <a:noFill/>
          </a:ln>
        </p:spPr>
        <p:txBody>
          <a:bodyPr rtlCol="0" anchor="ctr" wrap="square" lIns="73152" rIns="73152" tIns="51206" bIns="51206"/>
          <a:lstStyle/>
          <a:p>
            <a:pPr algn="ctr">
              <a:buNone/>
            </a:pPr>
            <a:r>
              <a:rPr b="1" sz="1300">
                <a:solidFill>
                  <a:srgbClr val="FFFFFF"/>
                </a:solidFill>
              </a:rPr>
              <a:t>HANDS-ON · 12 MIN</a:t>
            </a:r>
          </a:p>
        </p:txBody>
      </p:sp>
      <p:pic>
        <p:nvPicPr>
          <p:cNvPr id="9" name="Picture 8" descr="drive-qr.png"/>
          <p:cNvPicPr>
            <a:picLocks noChangeAspect="1"/>
          </p:cNvPicPr>
          <p:nvPr/>
        </p:nvPicPr>
        <p:blipFill>
          <a:blip r:embed="rId5"/>
          <a:stretch>
            <a:fillRect/>
          </a:stretch>
        </p:blipFill>
        <p:spPr>
          <a:xfrm>
            <a:off x="1024128" y="5989320"/>
            <a:ext cx="777240" cy="77724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rPr b="1"/>
              <a:t>The AI-Proofing Assistant</a:t>
            </a:r>
          </a:p>
        </p:txBody>
      </p:sp>
      <p:sp>
        <p:nvSpPr>
          <p:cNvPr id="3" name="Text Placeholder 2"/>
          <p:cNvSpPr>
            <a:spLocks noGrp="1"/>
          </p:cNvSpPr>
          <p:nvPr>
            <p:ph type="body" idx="2"/>
          </p:nvPr>
        </p:nvSpPr>
        <p:spPr/>
        <p:txBody>
          <a:bodyPr wrap="square"/>
          <a:lstStyle/>
          <a:p>
            <a:r>
              <a:rPr i="1"/>
              <a:t>Harden the assignment before it goes out</a:t>
            </a:r>
          </a:p>
        </p:txBody>
      </p:sp>
      <p:pic>
        <p:nvPicPr>
          <p:cNvPr id="4" name="Picture 3" descr="drive-qr.png"/>
          <p:cNvPicPr>
            <a:picLocks noChangeAspect="1"/>
          </p:cNvPicPr>
          <p:nvPr/>
        </p:nvPicPr>
        <p:blipFill>
          <a:blip r:embed="rId3"/>
          <a:stretch>
            <a:fillRect/>
          </a:stretch>
        </p:blipFill>
        <p:spPr>
          <a:xfrm>
            <a:off x="1024128" y="5989320"/>
            <a:ext cx="777240" cy="77724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t>Could a chatbot do this assignment?</a:t>
            </a:r>
          </a:p>
        </p:txBody>
      </p:sp>
      <p:grpSp>
        <p:nvGrpSpPr>
          <p:cNvPr id="3" name="Group 8">
            <a:extLst>
              <a:ext uri="{FF2B5EF4-FFF2-40B4-BE49-F238E27FC236}">
                <a16:creationId xmlns:a16="http://schemas.microsoft.com/office/drawing/2014/main" id="{593AF3B1-3227-FCED-C8F1-E350CFCE8EDA}"/>
              </a:ext>
            </a:extLst>
          </p:cNvPr>
          <p:cNvGrpSpPr/>
          <p:nvPr/>
        </p:nvGrpSpPr>
        <p:grpSpPr>
          <a:xfrm>
            <a:off x="17318" y="6364432"/>
            <a:ext cx="961444" cy="415638"/>
            <a:chOff x="0" y="6364432"/>
            <a:chExt cx="961444" cy="415638"/>
          </a:xfrm>
        </p:grpSpPr>
        <p:pic>
          <p:nvPicPr>
            <p:cNvPr id="4" name="Picture 6" descr="A computer with blue text&#10;&#10;AI-generated content may be incorrect.">
              <a:extLst>
                <a:ext uri="{FF2B5EF4-FFF2-40B4-BE49-F238E27FC236}">
                  <a16:creationId xmlns:a16="http://schemas.microsoft.com/office/drawing/2014/main" id="{2AD2447E-1301-29BD-81D8-8148441ED689}"/>
                </a:ext>
              </a:extLst>
            </p:cNvPr>
            <p:cNvPicPr>
              <a:picLocks noChangeAspect="1"/>
            </p:cNvPicPr>
            <p:nvPr/>
          </p:nvPicPr>
          <p:blipFill>
            <a:blip r:embed="rId2"/>
            <a:stretch>
              <a:fillRect/>
            </a:stretch>
          </p:blipFill>
          <p:spPr>
            <a:xfrm>
              <a:off x="554285" y="6386118"/>
              <a:ext cx="407159" cy="361667"/>
            </a:xfrm>
            <a:prstGeom prst="rect">
              <a:avLst/>
            </a:prstGeom>
          </p:spPr>
        </p:pic>
        <p:pic>
          <p:nvPicPr>
            <p:cNvPr id="5" name="Picture 7" descr="A stack of books with a yellow bookmark&#10;&#10;AI-generated content may be incorrect.">
              <a:extLst>
                <a:ext uri="{FF2B5EF4-FFF2-40B4-BE49-F238E27FC236}">
                  <a16:creationId xmlns:a16="http://schemas.microsoft.com/office/drawing/2014/main" id="{49A4D62C-8B47-FE87-C5CF-BE22C6BDC151}"/>
                </a:ext>
              </a:extLst>
            </p:cNvPr>
            <p:cNvPicPr>
              <a:picLocks noChangeAspect="1"/>
            </p:cNvPicPr>
            <p:nvPr/>
          </p:nvPicPr>
          <p:blipFill>
            <a:blip r:embed="rId3"/>
            <a:stretch>
              <a:fillRect/>
            </a:stretch>
          </p:blipFill>
          <p:spPr>
            <a:xfrm>
              <a:off x="0" y="6364432"/>
              <a:ext cx="467592" cy="415638"/>
            </a:xfrm>
            <a:prstGeom prst="rect">
              <a:avLst/>
            </a:prstGeom>
          </p:spPr>
        </p:pic>
      </p:grpSp>
      <p:sp>
        <p:nvSpPr>
          <p:cNvPr id="6"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7" name="Rounded Rectangle 6"/>
          <p:cNvSpPr/>
          <p:nvPr/>
        </p:nvSpPr>
        <p:spPr>
          <a:xfrm>
            <a:off x="2898648" y="1874519"/>
            <a:ext cx="6400800" cy="269748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274320" rIns="274320" tIns="192024" bIns="192024"/>
          <a:lstStyle/>
          <a:p>
            <a:pPr algn="ctr">
              <a:spcAft>
                <a:spcPts val="1000"/>
              </a:spcAft>
              <a:buNone/>
            </a:pPr>
            <a:r>
              <a:rPr i="1" sz="2500">
                <a:solidFill>
                  <a:srgbClr val="232F3E"/>
                </a:solidFill>
              </a:rPr>
              <a:t>Check your prediction</a:t>
            </a:r>
          </a:p>
          <a:p>
            <a:pPr algn="l" marL="342900" indent="-342900">
              <a:spcAft>
                <a:spcPts val="800"/>
              </a:spcAft>
              <a:buFont typeface="Arial"/>
              <a:buChar char="•"/>
            </a:pPr>
            <a:r>
              <a:rPr sz="2100">
                <a:solidFill>
                  <a:srgbClr val="232F3E"/>
                </a:solidFill>
              </a:rPr>
              <a:t>Which requirement did it flag that you didn't?</a:t>
            </a:r>
          </a:p>
          <a:p>
            <a:pPr algn="l" marL="342900" indent="-342900">
              <a:spcAft>
                <a:spcPts val="800"/>
              </a:spcAft>
              <a:buFont typeface="Arial"/>
              <a:buChar char="•"/>
            </a:pPr>
            <a:r>
              <a:rPr sz="2100">
                <a:solidFill>
                  <a:srgbClr val="232F3E"/>
                </a:solidFill>
              </a:rPr>
              <a:t>Which suggested change would you actually make?</a:t>
            </a:r>
          </a:p>
          <a:p>
            <a:pPr algn="l" marL="342900" indent="-342900">
              <a:spcAft>
                <a:spcPts val="800"/>
              </a:spcAft>
              <a:buFont typeface="Arial"/>
              <a:buChar char="•"/>
            </a:pPr>
            <a:r>
              <a:rPr sz="2100">
                <a:solidFill>
                  <a:srgbClr val="232F3E"/>
                </a:solidFill>
              </a:rPr>
              <a:t>Which one would change what students </a:t>
            </a:r>
            <a:r>
              <a:rPr b="1" sz="2100">
                <a:solidFill>
                  <a:srgbClr val="156082"/>
                </a:solidFill>
              </a:rPr>
              <a:t>learn</a:t>
            </a:r>
            <a:r>
              <a:rPr sz="2100">
                <a:solidFill>
                  <a:srgbClr val="232F3E"/>
                </a:solidFill>
              </a:rPr>
              <a:t>, not just what they submit?</a:t>
            </a:r>
          </a:p>
        </p:txBody>
      </p:sp>
      <p:sp>
        <p:nvSpPr>
          <p:cNvPr id="8" name="Rounded Rectangle 7"/>
          <p:cNvSpPr/>
          <p:nvPr/>
        </p:nvSpPr>
        <p:spPr>
          <a:xfrm>
            <a:off x="9189720" y="6336792"/>
            <a:ext cx="2011680" cy="365760"/>
          </a:xfrm>
          <a:prstGeom prst="roundRect">
            <a:avLst>
              <a:gd name="adj" fmla="val 50000"/>
            </a:avLst>
          </a:prstGeom>
          <a:gradFill rotWithShape="1">
            <a:gsLst>
              <a:gs pos="0">
                <a:srgbClr val="F66C02"/>
              </a:gs>
              <a:gs pos="53000">
                <a:srgbClr val="FF28EF"/>
              </a:gs>
              <a:gs pos="100000">
                <a:srgbClr val="0F65F9"/>
              </a:gs>
            </a:gsLst>
            <a:lin ang="0" scaled="1"/>
          </a:gradFill>
          <a:ln>
            <a:noFill/>
          </a:ln>
        </p:spPr>
        <p:txBody>
          <a:bodyPr rtlCol="0" anchor="ctr" wrap="square" lIns="73152" rIns="73152" tIns="51206" bIns="51206"/>
          <a:lstStyle/>
          <a:p>
            <a:pPr algn="ctr">
              <a:buNone/>
            </a:pPr>
            <a:r>
              <a:rPr b="1" sz="1300">
                <a:solidFill>
                  <a:srgbClr val="FFFFFF"/>
                </a:solidFill>
              </a:rPr>
              <a:t>HANDS-ON · 10 MIN</a:t>
            </a:r>
          </a:p>
        </p:txBody>
      </p:sp>
      <p:pic>
        <p:nvPicPr>
          <p:cNvPr id="9" name="Picture 8" descr="drive-qr.png"/>
          <p:cNvPicPr>
            <a:picLocks noChangeAspect="1"/>
          </p:cNvPicPr>
          <p:nvPr/>
        </p:nvPicPr>
        <p:blipFill>
          <a:blip r:embed="rId5"/>
          <a:stretch>
            <a:fillRect/>
          </a:stretch>
        </p:blipFill>
        <p:spPr>
          <a:xfrm>
            <a:off x="1024128" y="5989320"/>
            <a:ext cx="777240" cy="77724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rPr b="1"/>
              <a:t>The Grading Assistant</a:t>
            </a:r>
          </a:p>
        </p:txBody>
      </p:sp>
      <p:sp>
        <p:nvSpPr>
          <p:cNvPr id="3" name="Text Placeholder 2"/>
          <p:cNvSpPr>
            <a:spLocks noGrp="1"/>
          </p:cNvSpPr>
          <p:nvPr>
            <p:ph type="body" idx="2"/>
          </p:nvPr>
        </p:nvSpPr>
        <p:spPr/>
        <p:txBody>
          <a:bodyPr wrap="square"/>
          <a:lstStyle/>
          <a:p>
            <a:r>
              <a:rPr i="1"/>
              <a:t>Grade against the rubric, built spec‑first in Kiro</a:t>
            </a:r>
          </a:p>
        </p:txBody>
      </p:sp>
      <p:pic>
        <p:nvPicPr>
          <p:cNvPr id="4" name="Picture 3" descr="drive-qr.png"/>
          <p:cNvPicPr>
            <a:picLocks noChangeAspect="1"/>
          </p:cNvPicPr>
          <p:nvPr/>
        </p:nvPicPr>
        <p:blipFill>
          <a:blip r:embed="rId3"/>
          <a:stretch>
            <a:fillRect/>
          </a:stretch>
        </p:blipFill>
        <p:spPr>
          <a:xfrm>
            <a:off x="1024128" y="5989320"/>
            <a:ext cx="777240" cy="77724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t>Review the spec before the code</a:t>
            </a:r>
          </a:p>
        </p:txBody>
      </p:sp>
      <p:grpSp>
        <p:nvGrpSpPr>
          <p:cNvPr id="3" name="Group 8">
            <a:extLst>
              <a:ext uri="{FF2B5EF4-FFF2-40B4-BE49-F238E27FC236}">
                <a16:creationId xmlns:a16="http://schemas.microsoft.com/office/drawing/2014/main" id="{593AF3B1-3227-FCED-C8F1-E350CFCE8EDA}"/>
              </a:ext>
            </a:extLst>
          </p:cNvPr>
          <p:cNvGrpSpPr/>
          <p:nvPr/>
        </p:nvGrpSpPr>
        <p:grpSpPr>
          <a:xfrm>
            <a:off x="17318" y="6364432"/>
            <a:ext cx="961444" cy="415638"/>
            <a:chOff x="0" y="6364432"/>
            <a:chExt cx="961444" cy="415638"/>
          </a:xfrm>
        </p:grpSpPr>
        <p:pic>
          <p:nvPicPr>
            <p:cNvPr id="4" name="Picture 6" descr="A computer with blue text&#10;&#10;AI-generated content may be incorrect.">
              <a:extLst>
                <a:ext uri="{FF2B5EF4-FFF2-40B4-BE49-F238E27FC236}">
                  <a16:creationId xmlns:a16="http://schemas.microsoft.com/office/drawing/2014/main" id="{2AD2447E-1301-29BD-81D8-8148441ED689}"/>
                </a:ext>
              </a:extLst>
            </p:cNvPr>
            <p:cNvPicPr>
              <a:picLocks noChangeAspect="1"/>
            </p:cNvPicPr>
            <p:nvPr/>
          </p:nvPicPr>
          <p:blipFill>
            <a:blip r:embed="rId2"/>
            <a:stretch>
              <a:fillRect/>
            </a:stretch>
          </p:blipFill>
          <p:spPr>
            <a:xfrm>
              <a:off x="554285" y="6386118"/>
              <a:ext cx="407159" cy="361667"/>
            </a:xfrm>
            <a:prstGeom prst="rect">
              <a:avLst/>
            </a:prstGeom>
          </p:spPr>
        </p:pic>
        <p:pic>
          <p:nvPicPr>
            <p:cNvPr id="5" name="Picture 7" descr="A stack of books with a yellow bookmark&#10;&#10;AI-generated content may be incorrect.">
              <a:extLst>
                <a:ext uri="{FF2B5EF4-FFF2-40B4-BE49-F238E27FC236}">
                  <a16:creationId xmlns:a16="http://schemas.microsoft.com/office/drawing/2014/main" id="{49A4D62C-8B47-FE87-C5CF-BE22C6BDC151}"/>
                </a:ext>
              </a:extLst>
            </p:cNvPr>
            <p:cNvPicPr>
              <a:picLocks noChangeAspect="1"/>
            </p:cNvPicPr>
            <p:nvPr/>
          </p:nvPicPr>
          <p:blipFill>
            <a:blip r:embed="rId3"/>
            <a:stretch>
              <a:fillRect/>
            </a:stretch>
          </p:blipFill>
          <p:spPr>
            <a:xfrm>
              <a:off x="0" y="6364432"/>
              <a:ext cx="467592" cy="415638"/>
            </a:xfrm>
            <a:prstGeom prst="rect">
              <a:avLst/>
            </a:prstGeom>
          </p:spPr>
        </p:pic>
      </p:grpSp>
      <p:sp>
        <p:nvSpPr>
          <p:cNvPr id="6"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7" name="Chevron 6"/>
          <p:cNvSpPr/>
          <p:nvPr/>
        </p:nvSpPr>
        <p:spPr>
          <a:xfrm rot="5400000">
            <a:off x="374903" y="1581912"/>
            <a:ext cx="1005840" cy="658368"/>
          </a:xfrm>
          <a:prstGeom prst="chevron">
            <a:avLst/>
          </a:prstGeom>
          <a:solidFill>
            <a:srgbClr val="156082"/>
          </a:solidFill>
          <a:ln>
            <a:noFill/>
          </a:ln>
        </p:spPr>
        <p:txBody>
          <a:bodyPr rtlCol="0" anchor="ctr"/>
          <a:lstStyle/>
          <a:p>
            <a:pPr algn="ctr"/>
          </a:p>
        </p:txBody>
      </p:sp>
      <p:sp>
        <p:nvSpPr>
          <p:cNvPr id="8" name="Rounded Rectangle 7"/>
          <p:cNvSpPr/>
          <p:nvPr/>
        </p:nvSpPr>
        <p:spPr>
          <a:xfrm>
            <a:off x="1170432" y="1463040"/>
            <a:ext cx="4773168" cy="713232"/>
          </a:xfrm>
          <a:prstGeom prst="roundRect">
            <a:avLst>
              <a:gd name="adj" fmla="val 16000"/>
            </a:avLst>
          </a:prstGeom>
          <a:solidFill>
            <a:srgbClr val="FFFFFF"/>
          </a:solidFill>
          <a:ln w="19050">
            <a:solidFill>
              <a:srgbClr val="156082"/>
            </a:solidFill>
          </a:ln>
        </p:spPr>
        <p:txBody>
          <a:bodyPr rtlCol="0" anchor="ctr" wrap="square" lIns="201168" rIns="201168" tIns="140817" bIns="140817"/>
          <a:lstStyle/>
          <a:p>
            <a:pPr algn="l">
              <a:buNone/>
            </a:pPr>
            <a:r>
              <a:rPr b="1" sz="1800">
                <a:solidFill>
                  <a:srgbClr val="156082"/>
                </a:solidFill>
              </a:rPr>
              <a:t>Requirements</a:t>
            </a:r>
            <a:r>
              <a:rPr sz="1800">
                <a:solidFill>
                  <a:srgbClr val="232F3E"/>
                </a:solidFill>
              </a:rPr>
              <a:t> — what it must do</a:t>
            </a:r>
          </a:p>
        </p:txBody>
      </p:sp>
      <p:sp>
        <p:nvSpPr>
          <p:cNvPr id="9" name="Chevron 8"/>
          <p:cNvSpPr/>
          <p:nvPr/>
        </p:nvSpPr>
        <p:spPr>
          <a:xfrm rot="5400000">
            <a:off x="374903" y="2478024"/>
            <a:ext cx="1005840" cy="658368"/>
          </a:xfrm>
          <a:prstGeom prst="chevron">
            <a:avLst/>
          </a:prstGeom>
          <a:solidFill>
            <a:srgbClr val="156082"/>
          </a:solidFill>
          <a:ln>
            <a:noFill/>
          </a:ln>
        </p:spPr>
        <p:txBody>
          <a:bodyPr rtlCol="0" anchor="ctr"/>
          <a:lstStyle/>
          <a:p>
            <a:pPr algn="ctr"/>
          </a:p>
        </p:txBody>
      </p:sp>
      <p:sp>
        <p:nvSpPr>
          <p:cNvPr id="10" name="Rounded Rectangle 9"/>
          <p:cNvSpPr/>
          <p:nvPr/>
        </p:nvSpPr>
        <p:spPr>
          <a:xfrm>
            <a:off x="1170432" y="2359152"/>
            <a:ext cx="4773168" cy="713232"/>
          </a:xfrm>
          <a:prstGeom prst="roundRect">
            <a:avLst>
              <a:gd name="adj" fmla="val 16000"/>
            </a:avLst>
          </a:prstGeom>
          <a:solidFill>
            <a:srgbClr val="FFFFFF"/>
          </a:solidFill>
          <a:ln w="19050">
            <a:solidFill>
              <a:srgbClr val="156082"/>
            </a:solidFill>
          </a:ln>
        </p:spPr>
        <p:txBody>
          <a:bodyPr rtlCol="0" anchor="ctr" wrap="square" lIns="201168" rIns="201168" tIns="140817" bIns="140817"/>
          <a:lstStyle/>
          <a:p>
            <a:pPr algn="l">
              <a:buNone/>
            </a:pPr>
            <a:r>
              <a:rPr b="1" sz="1800">
                <a:solidFill>
                  <a:srgbClr val="156082"/>
                </a:solidFill>
              </a:rPr>
              <a:t>Design</a:t>
            </a:r>
            <a:r>
              <a:rPr sz="1800">
                <a:solidFill>
                  <a:srgbClr val="232F3E"/>
                </a:solidFill>
              </a:rPr>
              <a:t> — how it will do it</a:t>
            </a:r>
          </a:p>
        </p:txBody>
      </p:sp>
      <p:sp>
        <p:nvSpPr>
          <p:cNvPr id="11" name="Chevron 10"/>
          <p:cNvSpPr/>
          <p:nvPr/>
        </p:nvSpPr>
        <p:spPr>
          <a:xfrm rot="5400000">
            <a:off x="374903" y="3374136"/>
            <a:ext cx="1005840" cy="658368"/>
          </a:xfrm>
          <a:prstGeom prst="chevron">
            <a:avLst/>
          </a:prstGeom>
          <a:solidFill>
            <a:srgbClr val="156082"/>
          </a:solidFill>
          <a:ln>
            <a:noFill/>
          </a:ln>
        </p:spPr>
        <p:txBody>
          <a:bodyPr rtlCol="0" anchor="ctr"/>
          <a:lstStyle/>
          <a:p>
            <a:pPr algn="ctr"/>
          </a:p>
        </p:txBody>
      </p:sp>
      <p:sp>
        <p:nvSpPr>
          <p:cNvPr id="12" name="Rounded Rectangle 11"/>
          <p:cNvSpPr/>
          <p:nvPr/>
        </p:nvSpPr>
        <p:spPr>
          <a:xfrm>
            <a:off x="1170432" y="3255264"/>
            <a:ext cx="4773168" cy="713232"/>
          </a:xfrm>
          <a:prstGeom prst="roundRect">
            <a:avLst>
              <a:gd name="adj" fmla="val 16000"/>
            </a:avLst>
          </a:prstGeom>
          <a:solidFill>
            <a:srgbClr val="FFFFFF"/>
          </a:solidFill>
          <a:ln w="19050">
            <a:solidFill>
              <a:srgbClr val="156082"/>
            </a:solidFill>
          </a:ln>
        </p:spPr>
        <p:txBody>
          <a:bodyPr rtlCol="0" anchor="ctr" wrap="square" lIns="201168" rIns="201168" tIns="140817" bIns="140817"/>
          <a:lstStyle/>
          <a:p>
            <a:pPr algn="l">
              <a:buNone/>
            </a:pPr>
            <a:r>
              <a:rPr b="1" sz="1800">
                <a:solidFill>
                  <a:srgbClr val="156082"/>
                </a:solidFill>
              </a:rPr>
              <a:t>Tasks</a:t>
            </a:r>
            <a:r>
              <a:rPr sz="1800">
                <a:solidFill>
                  <a:srgbClr val="232F3E"/>
                </a:solidFill>
              </a:rPr>
              <a:t> — the build checklist</a:t>
            </a:r>
          </a:p>
        </p:txBody>
      </p:sp>
      <p:sp>
        <p:nvSpPr>
          <p:cNvPr id="13" name="Chevron 12"/>
          <p:cNvSpPr/>
          <p:nvPr/>
        </p:nvSpPr>
        <p:spPr>
          <a:xfrm rot="5400000">
            <a:off x="374903" y="4270248"/>
            <a:ext cx="1005840" cy="658368"/>
          </a:xfrm>
          <a:prstGeom prst="chevron">
            <a:avLst/>
          </a:prstGeom>
          <a:solidFill>
            <a:srgbClr val="156082"/>
          </a:solidFill>
          <a:ln>
            <a:noFill/>
          </a:ln>
        </p:spPr>
        <p:txBody>
          <a:bodyPr rtlCol="0" anchor="ctr"/>
          <a:lstStyle/>
          <a:p>
            <a:pPr algn="ctr"/>
          </a:p>
        </p:txBody>
      </p:sp>
      <p:sp>
        <p:nvSpPr>
          <p:cNvPr id="14" name="Rounded Rectangle 13"/>
          <p:cNvSpPr/>
          <p:nvPr/>
        </p:nvSpPr>
        <p:spPr>
          <a:xfrm>
            <a:off x="1170432" y="4151376"/>
            <a:ext cx="4773168" cy="713232"/>
          </a:xfrm>
          <a:prstGeom prst="roundRect">
            <a:avLst>
              <a:gd name="adj" fmla="val 16000"/>
            </a:avLst>
          </a:prstGeom>
          <a:solidFill>
            <a:srgbClr val="FFFFFF"/>
          </a:solidFill>
          <a:ln w="19050">
            <a:solidFill>
              <a:srgbClr val="156082"/>
            </a:solidFill>
          </a:ln>
        </p:spPr>
        <p:txBody>
          <a:bodyPr rtlCol="0" anchor="ctr" wrap="square" lIns="201168" rIns="201168" tIns="140817" bIns="140817"/>
          <a:lstStyle/>
          <a:p>
            <a:pPr algn="l">
              <a:buNone/>
            </a:pPr>
            <a:r>
              <a:rPr b="1" sz="1800">
                <a:solidFill>
                  <a:srgbClr val="156082"/>
                </a:solidFill>
              </a:rPr>
              <a:t>Code</a:t>
            </a:r>
            <a:r>
              <a:rPr sz="1800">
                <a:solidFill>
                  <a:srgbClr val="232F3E"/>
                </a:solidFill>
              </a:rPr>
              <a:t> — only after you approve all three</a:t>
            </a:r>
          </a:p>
        </p:txBody>
      </p:sp>
      <p:sp>
        <p:nvSpPr>
          <p:cNvPr id="15" name="Rounded Rectangle 14"/>
          <p:cNvSpPr/>
          <p:nvPr/>
        </p:nvSpPr>
        <p:spPr>
          <a:xfrm>
            <a:off x="6355080" y="1463040"/>
            <a:ext cx="5440680" cy="361188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t" wrap="square" lIns="274320" rIns="274320" tIns="192024" bIns="192024"/>
          <a:lstStyle/>
          <a:p>
            <a:pPr algn="ctr">
              <a:spcAft>
                <a:spcPts val="1000"/>
              </a:spcAft>
              <a:buNone/>
            </a:pPr>
            <a:r>
              <a:rPr i="1" sz="2200">
                <a:solidFill>
                  <a:srgbClr val="232F3E"/>
                </a:solidFill>
              </a:rPr>
              <a:t>Spot the flaw</a:t>
            </a:r>
          </a:p>
          <a:p>
            <a:pPr algn="l">
              <a:spcAft>
                <a:spcPts val="800"/>
              </a:spcAft>
              <a:buNone/>
            </a:pPr>
            <a:r>
              <a:rPr b="1" sz="1800">
                <a:solidFill>
                  <a:srgbClr val="156082"/>
                </a:solidFill>
              </a:rPr>
              <a:t>①</a:t>
            </a:r>
            <a:r>
              <a:rPr sz="1800">
                <a:solidFill>
                  <a:srgbClr val="232F3E"/>
                </a:solidFill>
              </a:rPr>
              <a:t> WHEN a roster student has no paper, THE system SHALL flag them </a:t>
            </a:r>
            <a:r>
              <a:rPr i="1" b="0" sz="1800">
                <a:solidFill>
                  <a:srgbClr val="232F3E"/>
                </a:solidFill>
              </a:rPr>
              <a:t>missing</a:t>
            </a:r>
            <a:r>
              <a:rPr sz="1800">
                <a:solidFill>
                  <a:srgbClr val="232F3E"/>
                </a:solidFill>
              </a:rPr>
              <a:t> and SHALL NOT score them.</a:t>
            </a:r>
          </a:p>
          <a:p>
            <a:pPr algn="l">
              <a:spcAft>
                <a:spcPts val="800"/>
              </a:spcAft>
              <a:buNone/>
            </a:pPr>
            <a:r>
              <a:rPr b="1" sz="1800">
                <a:solidFill>
                  <a:srgbClr val="156082"/>
                </a:solidFill>
              </a:rPr>
              <a:t>②</a:t>
            </a:r>
            <a:r>
              <a:rPr sz="1800">
                <a:solidFill>
                  <a:srgbClr val="232F3E"/>
                </a:solidFill>
              </a:rPr>
              <a:t> WHEN a paper is submitted, THE system SHALL grade it fairly.</a:t>
            </a:r>
          </a:p>
          <a:p>
            <a:pPr algn="ctr">
              <a:spcBef>
                <a:spcPts val="1200"/>
              </a:spcBef>
              <a:spcAft>
                <a:spcPts val="800"/>
              </a:spcAft>
              <a:buNone/>
            </a:pPr>
            <a:r>
              <a:rPr b="1" sz="2000">
                <a:solidFill>
                  <a:srgbClr val="232F3E"/>
                </a:solidFill>
              </a:rPr>
              <a:t>Which one can't you test?</a:t>
            </a:r>
          </a:p>
        </p:txBody>
      </p:sp>
      <p:pic>
        <p:nvPicPr>
          <p:cNvPr id="16" name="Picture 15" descr="drive-qr.png"/>
          <p:cNvPicPr>
            <a:picLocks noChangeAspect="1"/>
          </p:cNvPicPr>
          <p:nvPr/>
        </p:nvPicPr>
        <p:blipFill>
          <a:blip r:embed="rId5"/>
          <a:stretch>
            <a:fillRect/>
          </a:stretch>
        </p:blipFill>
        <p:spPr>
          <a:xfrm>
            <a:off x="1024128" y="5989320"/>
            <a:ext cx="777240" cy="77724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t>Three design decisions</a:t>
            </a:r>
          </a:p>
        </p:txBody>
      </p:sp>
      <p:grpSp>
        <p:nvGrpSpPr>
          <p:cNvPr id="3" name="Group 8">
            <a:extLst>
              <a:ext uri="{FF2B5EF4-FFF2-40B4-BE49-F238E27FC236}">
                <a16:creationId xmlns:a16="http://schemas.microsoft.com/office/drawing/2014/main" id="{593AF3B1-3227-FCED-C8F1-E350CFCE8EDA}"/>
              </a:ext>
            </a:extLst>
          </p:cNvPr>
          <p:cNvGrpSpPr/>
          <p:nvPr/>
        </p:nvGrpSpPr>
        <p:grpSpPr>
          <a:xfrm>
            <a:off x="17318" y="6364432"/>
            <a:ext cx="961444" cy="415638"/>
            <a:chOff x="0" y="6364432"/>
            <a:chExt cx="961444" cy="415638"/>
          </a:xfrm>
        </p:grpSpPr>
        <p:pic>
          <p:nvPicPr>
            <p:cNvPr id="4" name="Picture 6" descr="A computer with blue text&#10;&#10;AI-generated content may be incorrect.">
              <a:extLst>
                <a:ext uri="{FF2B5EF4-FFF2-40B4-BE49-F238E27FC236}">
                  <a16:creationId xmlns:a16="http://schemas.microsoft.com/office/drawing/2014/main" id="{2AD2447E-1301-29BD-81D8-8148441ED689}"/>
                </a:ext>
              </a:extLst>
            </p:cNvPr>
            <p:cNvPicPr>
              <a:picLocks noChangeAspect="1"/>
            </p:cNvPicPr>
            <p:nvPr/>
          </p:nvPicPr>
          <p:blipFill>
            <a:blip r:embed="rId2"/>
            <a:stretch>
              <a:fillRect/>
            </a:stretch>
          </p:blipFill>
          <p:spPr>
            <a:xfrm>
              <a:off x="554285" y="6386118"/>
              <a:ext cx="407159" cy="361667"/>
            </a:xfrm>
            <a:prstGeom prst="rect">
              <a:avLst/>
            </a:prstGeom>
          </p:spPr>
        </p:pic>
        <p:pic>
          <p:nvPicPr>
            <p:cNvPr id="5" name="Picture 7" descr="A stack of books with a yellow bookmark&#10;&#10;AI-generated content may be incorrect.">
              <a:extLst>
                <a:ext uri="{FF2B5EF4-FFF2-40B4-BE49-F238E27FC236}">
                  <a16:creationId xmlns:a16="http://schemas.microsoft.com/office/drawing/2014/main" id="{49A4D62C-8B47-FE87-C5CF-BE22C6BDC151}"/>
                </a:ext>
              </a:extLst>
            </p:cNvPr>
            <p:cNvPicPr>
              <a:picLocks noChangeAspect="1"/>
            </p:cNvPicPr>
            <p:nvPr/>
          </p:nvPicPr>
          <p:blipFill>
            <a:blip r:embed="rId3"/>
            <a:stretch>
              <a:fillRect/>
            </a:stretch>
          </p:blipFill>
          <p:spPr>
            <a:xfrm>
              <a:off x="0" y="6364432"/>
              <a:ext cx="467592" cy="415638"/>
            </a:xfrm>
            <a:prstGeom prst="rect">
              <a:avLst/>
            </a:prstGeom>
          </p:spPr>
        </p:pic>
      </p:grpSp>
      <p:sp>
        <p:nvSpPr>
          <p:cNvPr id="6"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7" name="Rounded Rectangle 6"/>
          <p:cNvSpPr/>
          <p:nvPr/>
        </p:nvSpPr>
        <p:spPr>
          <a:xfrm>
            <a:off x="457200" y="1508760"/>
            <a:ext cx="3566160" cy="306324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274320" rIns="274320" tIns="192024" bIns="192024"/>
          <a:lstStyle/>
          <a:p>
            <a:pPr algn="ctr">
              <a:spcAft>
                <a:spcPts val="1000"/>
              </a:spcAft>
              <a:buNone/>
            </a:pPr>
            <a:r>
              <a:rPr i="1" sz="2100">
                <a:solidFill>
                  <a:srgbClr val="232F3E"/>
                </a:solidFill>
              </a:rPr>
              <a:t>The math is in code</a:t>
            </a:r>
          </a:p>
          <a:p>
            <a:pPr algn="l">
              <a:spcAft>
                <a:spcPts val="800"/>
              </a:spcAft>
              <a:buNone/>
            </a:pPr>
            <a:r>
              <a:rPr sz="1800">
                <a:solidFill>
                  <a:srgbClr val="232F3E"/>
                </a:solidFill>
              </a:rPr>
              <a:t>The model picks a 0–4 tier for each criterion.</a:t>
            </a:r>
          </a:p>
          <a:p>
            <a:pPr algn="l">
              <a:spcAft>
                <a:spcPts val="800"/>
              </a:spcAft>
              <a:buNone/>
            </a:pPr>
            <a:r>
              <a:rPr sz="1800">
                <a:solidFill>
                  <a:srgbClr val="232F3E"/>
                </a:solidFill>
              </a:rPr>
              <a:t>The weighted grade is </a:t>
            </a:r>
            <a:r>
              <a:rPr b="1" sz="1800">
                <a:solidFill>
                  <a:srgbClr val="156082"/>
                </a:solidFill>
              </a:rPr>
              <a:t>calculated</a:t>
            </a:r>
            <a:r>
              <a:rPr sz="1800">
                <a:solidFill>
                  <a:srgbClr val="232F3E"/>
                </a:solidFill>
              </a:rPr>
              <a:t>, never generated.</a:t>
            </a:r>
          </a:p>
        </p:txBody>
      </p:sp>
      <p:sp>
        <p:nvSpPr>
          <p:cNvPr id="8" name="Rounded Rectangle 7"/>
          <p:cNvSpPr/>
          <p:nvPr/>
        </p:nvSpPr>
        <p:spPr>
          <a:xfrm>
            <a:off x="4279392" y="1508760"/>
            <a:ext cx="3566160" cy="306324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274320" rIns="274320" tIns="192024" bIns="192024"/>
          <a:lstStyle/>
          <a:p>
            <a:pPr algn="ctr">
              <a:spcAft>
                <a:spcPts val="1000"/>
              </a:spcAft>
              <a:buNone/>
            </a:pPr>
            <a:r>
              <a:rPr i="1" sz="2100">
                <a:solidFill>
                  <a:srgbClr val="232F3E"/>
                </a:solidFill>
              </a:rPr>
              <a:t>Correct means per your reading</a:t>
            </a:r>
          </a:p>
          <a:p>
            <a:pPr algn="l">
              <a:spcAft>
                <a:spcPts val="800"/>
              </a:spcAft>
              <a:buNone/>
            </a:pPr>
            <a:r>
              <a:rPr sz="1800">
                <a:solidFill>
                  <a:srgbClr val="232F3E"/>
                </a:solidFill>
              </a:rPr>
              <a:t>Claims are checked against the course material you load — not the model's general knowledge.</a:t>
            </a:r>
          </a:p>
        </p:txBody>
      </p:sp>
      <p:sp>
        <p:nvSpPr>
          <p:cNvPr id="9" name="Rounded Rectangle 8"/>
          <p:cNvSpPr/>
          <p:nvPr/>
        </p:nvSpPr>
        <p:spPr>
          <a:xfrm>
            <a:off x="8101583" y="1508760"/>
            <a:ext cx="3566160" cy="306324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274320" rIns="274320" tIns="192024" bIns="192024"/>
          <a:lstStyle/>
          <a:p>
            <a:pPr algn="ctr">
              <a:spcAft>
                <a:spcPts val="1000"/>
              </a:spcAft>
              <a:buNone/>
            </a:pPr>
            <a:r>
              <a:rPr i="1" sz="2100">
                <a:solidFill>
                  <a:srgbClr val="232F3E"/>
                </a:solidFill>
              </a:rPr>
              <a:t>Everyone is accounted for</a:t>
            </a:r>
          </a:p>
          <a:p>
            <a:pPr algn="l">
              <a:spcAft>
                <a:spcPts val="800"/>
              </a:spcAft>
              <a:buNone/>
            </a:pPr>
            <a:r>
              <a:rPr sz="1800">
                <a:solidFill>
                  <a:srgbClr val="232F3E"/>
                </a:solidFill>
              </a:rPr>
              <a:t>The roster is checked. Diego shows up as </a:t>
            </a:r>
            <a:r>
              <a:rPr b="1" sz="1800">
                <a:solidFill>
                  <a:srgbClr val="156082"/>
                </a:solidFill>
              </a:rPr>
              <a:t>missing</a:t>
            </a:r>
            <a:r>
              <a:rPr sz="1800">
                <a:solidFill>
                  <a:srgbClr val="232F3E"/>
                </a:solidFill>
              </a:rPr>
              <a:t> instead of silently disappearing.</a:t>
            </a:r>
          </a:p>
        </p:txBody>
      </p:sp>
      <p:sp>
        <p:nvSpPr>
          <p:cNvPr id="10" name="Rounded Rectangle 9"/>
          <p:cNvSpPr/>
          <p:nvPr/>
        </p:nvSpPr>
        <p:spPr>
          <a:xfrm>
            <a:off x="1737360" y="4937760"/>
            <a:ext cx="8686800" cy="777240"/>
          </a:xfrm>
          <a:prstGeom prst="roundRect">
            <a:avLst>
              <a:gd name="adj" fmla="val 18000"/>
            </a:avLst>
          </a:prstGeom>
          <a:solidFill>
            <a:srgbClr val="0E2841"/>
          </a:solidFill>
          <a:ln>
            <a:noFill/>
          </a:ln>
          <a:effectLst>
            <a:outerShdw blurRad="50800" dist="38100" dir="2700000" algn="tl" rotWithShape="0">
              <a:prstClr val="black">
                <a:alpha val="40000"/>
              </a:prstClr>
            </a:outerShdw>
          </a:effectLst>
        </p:spPr>
        <p:txBody>
          <a:bodyPr rtlCol="0" anchor="ctr" wrap="square" lIns="274320" rIns="274320" tIns="192024" bIns="192024"/>
          <a:lstStyle/>
          <a:p>
            <a:pPr algn="ctr">
              <a:spcAft>
                <a:spcPts val="600"/>
              </a:spcAft>
              <a:buNone/>
            </a:pPr>
            <a:r>
              <a:rPr b="1" sz="2000">
                <a:solidFill>
                  <a:srgbClr val="FFFFFF"/>
                </a:solidFill>
              </a:rPr>
              <a:t>The model judges. The code counts. The instructor decides.</a:t>
            </a:r>
          </a:p>
        </p:txBody>
      </p:sp>
      <p:pic>
        <p:nvPicPr>
          <p:cNvPr id="11" name="Picture 10" descr="drive-qr.png"/>
          <p:cNvPicPr>
            <a:picLocks noChangeAspect="1"/>
          </p:cNvPicPr>
          <p:nvPr/>
        </p:nvPicPr>
        <p:blipFill>
          <a:blip r:embed="rId5"/>
          <a:stretch>
            <a:fillRect/>
          </a:stretch>
        </p:blipFill>
        <p:spPr>
          <a:xfrm>
            <a:off x="1024128" y="5989320"/>
            <a:ext cx="777240" cy="77724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t>Five students, one rubric</a:t>
            </a:r>
          </a:p>
        </p:txBody>
      </p:sp>
      <p:grpSp>
        <p:nvGrpSpPr>
          <p:cNvPr id="3" name="Group 8">
            <a:extLst>
              <a:ext uri="{FF2B5EF4-FFF2-40B4-BE49-F238E27FC236}">
                <a16:creationId xmlns:a16="http://schemas.microsoft.com/office/drawing/2014/main" id="{593AF3B1-3227-FCED-C8F1-E350CFCE8EDA}"/>
              </a:ext>
            </a:extLst>
          </p:cNvPr>
          <p:cNvGrpSpPr/>
          <p:nvPr/>
        </p:nvGrpSpPr>
        <p:grpSpPr>
          <a:xfrm>
            <a:off x="17318" y="6364432"/>
            <a:ext cx="961444" cy="415638"/>
            <a:chOff x="0" y="6364432"/>
            <a:chExt cx="961444" cy="415638"/>
          </a:xfrm>
        </p:grpSpPr>
        <p:pic>
          <p:nvPicPr>
            <p:cNvPr id="4" name="Picture 6" descr="A computer with blue text&#10;&#10;AI-generated content may be incorrect.">
              <a:extLst>
                <a:ext uri="{FF2B5EF4-FFF2-40B4-BE49-F238E27FC236}">
                  <a16:creationId xmlns:a16="http://schemas.microsoft.com/office/drawing/2014/main" id="{2AD2447E-1301-29BD-81D8-8148441ED689}"/>
                </a:ext>
              </a:extLst>
            </p:cNvPr>
            <p:cNvPicPr>
              <a:picLocks noChangeAspect="1"/>
            </p:cNvPicPr>
            <p:nvPr/>
          </p:nvPicPr>
          <p:blipFill>
            <a:blip r:embed="rId2"/>
            <a:stretch>
              <a:fillRect/>
            </a:stretch>
          </p:blipFill>
          <p:spPr>
            <a:xfrm>
              <a:off x="554285" y="6386118"/>
              <a:ext cx="407159" cy="361667"/>
            </a:xfrm>
            <a:prstGeom prst="rect">
              <a:avLst/>
            </a:prstGeom>
          </p:spPr>
        </p:pic>
        <p:pic>
          <p:nvPicPr>
            <p:cNvPr id="5" name="Picture 7" descr="A stack of books with a yellow bookmark&#10;&#10;AI-generated content may be incorrect.">
              <a:extLst>
                <a:ext uri="{FF2B5EF4-FFF2-40B4-BE49-F238E27FC236}">
                  <a16:creationId xmlns:a16="http://schemas.microsoft.com/office/drawing/2014/main" id="{49A4D62C-8B47-FE87-C5CF-BE22C6BDC151}"/>
                </a:ext>
              </a:extLst>
            </p:cNvPr>
            <p:cNvPicPr>
              <a:picLocks noChangeAspect="1"/>
            </p:cNvPicPr>
            <p:nvPr/>
          </p:nvPicPr>
          <p:blipFill>
            <a:blip r:embed="rId3"/>
            <a:stretch>
              <a:fillRect/>
            </a:stretch>
          </p:blipFill>
          <p:spPr>
            <a:xfrm>
              <a:off x="0" y="6364432"/>
              <a:ext cx="467592" cy="415638"/>
            </a:xfrm>
            <a:prstGeom prst="rect">
              <a:avLst/>
            </a:prstGeom>
          </p:spPr>
        </p:pic>
      </p:grpSp>
      <p:sp>
        <p:nvSpPr>
          <p:cNvPr id="6"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graphicFrame>
        <p:nvGraphicFramePr>
          <p:cNvPr id="7" name="Table 6"/>
          <p:cNvGraphicFramePr>
            <a:graphicFrameLocks noGrp="1"/>
          </p:cNvGraphicFramePr>
          <p:nvPr/>
        </p:nvGraphicFramePr>
        <p:xfrm>
          <a:off x="731520" y="1371600"/>
          <a:ext cx="10698480" cy="3511296"/>
        </p:xfrm>
        <a:graphic>
          <a:graphicData uri="http://schemas.openxmlformats.org/drawingml/2006/table">
            <a:tbl>
              <a:tblPr firstRow="1" bandRow="1">
                <a:tableStyleId>{5C22544A-7EE6-4342-B048-85BDC9FD1C3A}</a:tableStyleId>
              </a:tblPr>
              <a:tblGrid>
                <a:gridCol w="3017520"/>
                <a:gridCol w="4206240"/>
                <a:gridCol w="3474720"/>
              </a:tblGrid>
              <a:tr h="585216">
                <a:tc>
                  <a:txBody>
                    <a:bodyPr wrap="square"/>
                    <a:lstStyle/>
                    <a:p>
                      <a:pPr>
                        <a:buNone/>
                      </a:pPr>
                      <a:r>
                        <a:rPr b="1" sz="1800">
                          <a:solidFill>
                            <a:srgbClr val="FFFFFF"/>
                          </a:solidFill>
                        </a:rPr>
                        <a:t>Student</a:t>
                      </a:r>
                    </a:p>
                  </a:txBody>
                  <a:tcPr marL="128016" marR="128016" anchor="ctr">
                    <a:solidFill>
                      <a:srgbClr val="156082"/>
                    </a:solidFill>
                  </a:tcPr>
                </a:tc>
                <a:tc>
                  <a:txBody>
                    <a:bodyPr wrap="square"/>
                    <a:lstStyle/>
                    <a:p>
                      <a:pPr>
                        <a:buNone/>
                      </a:pPr>
                      <a:r>
                        <a:rPr b="1" sz="1800">
                          <a:solidFill>
                            <a:srgbClr val="FFFFFF"/>
                          </a:solidFill>
                        </a:rPr>
                        <a:t>What it is</a:t>
                      </a:r>
                    </a:p>
                  </a:txBody>
                  <a:tcPr marL="128016" marR="128016" anchor="ctr">
                    <a:solidFill>
                      <a:srgbClr val="156082"/>
                    </a:solidFill>
                  </a:tcPr>
                </a:tc>
                <a:tc>
                  <a:txBody>
                    <a:bodyPr wrap="square"/>
                    <a:lstStyle/>
                    <a:p>
                      <a:pPr>
                        <a:buNone/>
                      </a:pPr>
                      <a:r>
                        <a:rPr b="1" sz="1800">
                          <a:solidFill>
                            <a:srgbClr val="FFFFFF"/>
                          </a:solidFill>
                        </a:rPr>
                        <a:t>Draft grade</a:t>
                      </a:r>
                    </a:p>
                  </a:txBody>
                  <a:tcPr marL="128016" marR="128016" anchor="ctr">
                    <a:solidFill>
                      <a:srgbClr val="156082"/>
                    </a:solidFill>
                  </a:tcPr>
                </a:tc>
              </a:tr>
              <a:tr h="585216">
                <a:tc>
                  <a:txBody>
                    <a:bodyPr wrap="square"/>
                    <a:lstStyle/>
                    <a:p>
                      <a:pPr>
                        <a:buNone/>
                      </a:pPr>
                      <a:r>
                        <a:rPr sz="1800">
                          <a:solidFill>
                            <a:srgbClr val="232F3E"/>
                          </a:solidFill>
                        </a:rPr>
                        <a:t>Aisha Rahman</a:t>
                      </a:r>
                    </a:p>
                  </a:txBody>
                  <a:tcPr marL="128016" marR="128016" anchor="ctr">
                    <a:solidFill>
                      <a:srgbClr val="FFFFFF"/>
                    </a:solidFill>
                  </a:tcPr>
                </a:tc>
                <a:tc>
                  <a:txBody>
                    <a:bodyPr wrap="square"/>
                    <a:lstStyle/>
                    <a:p>
                      <a:pPr>
                        <a:buNone/>
                      </a:pPr>
                      <a:r>
                        <a:rPr sz="1800">
                          <a:solidFill>
                            <a:srgbClr val="232F3E"/>
                          </a:solidFill>
                        </a:rPr>
                        <a:t>Strong, correct</a:t>
                      </a:r>
                    </a:p>
                  </a:txBody>
                  <a:tcPr marL="128016" marR="128016" anchor="ctr">
                    <a:solidFill>
                      <a:srgbClr val="FFFFFF"/>
                    </a:solidFill>
                  </a:tcPr>
                </a:tc>
                <a:tc>
                  <a:txBody>
                    <a:bodyPr wrap="square"/>
                    <a:lstStyle/>
                    <a:p>
                      <a:pPr>
                        <a:buNone/>
                      </a:pPr>
                      <a:r>
                        <a:rPr sz="1800">
                          <a:solidFill>
                            <a:srgbClr val="232F3E"/>
                          </a:solidFill>
                        </a:rPr>
                        <a:t>91% · A-</a:t>
                      </a:r>
                    </a:p>
                  </a:txBody>
                  <a:tcPr marL="128016" marR="128016" anchor="ctr">
                    <a:solidFill>
                      <a:srgbClr val="FFFFFF"/>
                    </a:solidFill>
                  </a:tcPr>
                </a:tc>
              </a:tr>
              <a:tr h="585216">
                <a:tc>
                  <a:txBody>
                    <a:bodyPr wrap="square"/>
                    <a:lstStyle/>
                    <a:p>
                      <a:pPr>
                        <a:buNone/>
                      </a:pPr>
                      <a:r>
                        <a:rPr sz="1800">
                          <a:solidFill>
                            <a:srgbClr val="232F3E"/>
                          </a:solidFill>
                        </a:rPr>
                        <a:t>Marcus Lee</a:t>
                      </a:r>
                    </a:p>
                  </a:txBody>
                  <a:tcPr marL="128016" marR="128016" anchor="ctr">
                    <a:solidFill>
                      <a:srgbClr val="F4F6F8"/>
                    </a:solidFill>
                  </a:tcPr>
                </a:tc>
                <a:tc>
                  <a:txBody>
                    <a:bodyPr wrap="square"/>
                    <a:lstStyle/>
                    <a:p>
                      <a:pPr>
                        <a:buNone/>
                      </a:pPr>
                      <a:r>
                        <a:rPr sz="1800">
                          <a:solidFill>
                            <a:srgbClr val="232F3E"/>
                          </a:solidFill>
                        </a:rPr>
                        <a:t>Fluent, confident, wrong</a:t>
                      </a:r>
                    </a:p>
                  </a:txBody>
                  <a:tcPr marL="128016" marR="128016" anchor="ctr">
                    <a:solidFill>
                      <a:srgbClr val="F4F6F8"/>
                    </a:solidFill>
                  </a:tcPr>
                </a:tc>
                <a:tc>
                  <a:txBody>
                    <a:bodyPr wrap="square"/>
                    <a:lstStyle/>
                    <a:p>
                      <a:pPr>
                        <a:buNone/>
                      </a:pPr>
                      <a:r>
                        <a:rPr sz="1800">
                          <a:solidFill>
                            <a:srgbClr val="232F3E"/>
                          </a:solidFill>
                        </a:rPr>
                        <a:t>38% · F</a:t>
                      </a:r>
                    </a:p>
                  </a:txBody>
                  <a:tcPr marL="128016" marR="128016" anchor="ctr">
                    <a:solidFill>
                      <a:srgbClr val="F4F6F8"/>
                    </a:solidFill>
                  </a:tcPr>
                </a:tc>
              </a:tr>
              <a:tr h="585216">
                <a:tc>
                  <a:txBody>
                    <a:bodyPr wrap="square"/>
                    <a:lstStyle/>
                    <a:p>
                      <a:pPr>
                        <a:buNone/>
                      </a:pPr>
                      <a:r>
                        <a:rPr sz="1800">
                          <a:solidFill>
                            <a:srgbClr val="232F3E"/>
                          </a:solidFill>
                        </a:rPr>
                        <a:t>Priya Chandra</a:t>
                      </a:r>
                    </a:p>
                  </a:txBody>
                  <a:tcPr marL="128016" marR="128016" anchor="ctr">
                    <a:solidFill>
                      <a:srgbClr val="FFFFFF"/>
                    </a:solidFill>
                  </a:tcPr>
                </a:tc>
                <a:tc>
                  <a:txBody>
                    <a:bodyPr wrap="square"/>
                    <a:lstStyle/>
                    <a:p>
                      <a:pPr>
                        <a:buNone/>
                      </a:pPr>
                      <a:r>
                        <a:rPr sz="1800">
                          <a:solidFill>
                            <a:srgbClr val="232F3E"/>
                          </a:solidFill>
                        </a:rPr>
                        <a:t>A reflection, not an analysis</a:t>
                      </a:r>
                    </a:p>
                  </a:txBody>
                  <a:tcPr marL="128016" marR="128016" anchor="ctr">
                    <a:solidFill>
                      <a:srgbClr val="FFFFFF"/>
                    </a:solidFill>
                  </a:tcPr>
                </a:tc>
                <a:tc>
                  <a:txBody>
                    <a:bodyPr wrap="square"/>
                    <a:lstStyle/>
                    <a:p>
                      <a:pPr>
                        <a:buNone/>
                      </a:pPr>
                      <a:r>
                        <a:rPr sz="1800">
                          <a:solidFill>
                            <a:srgbClr val="232F3E"/>
                          </a:solidFill>
                        </a:rPr>
                        <a:t>13% · F</a:t>
                      </a:r>
                    </a:p>
                  </a:txBody>
                  <a:tcPr marL="128016" marR="128016" anchor="ctr">
                    <a:solidFill>
                      <a:srgbClr val="FFFFFF"/>
                    </a:solidFill>
                  </a:tcPr>
                </a:tc>
              </a:tr>
              <a:tr h="585216">
                <a:tc>
                  <a:txBody>
                    <a:bodyPr wrap="square"/>
                    <a:lstStyle/>
                    <a:p>
                      <a:pPr>
                        <a:buNone/>
                      </a:pPr>
                      <a:r>
                        <a:rPr sz="1800">
                          <a:solidFill>
                            <a:srgbClr val="232F3E"/>
                          </a:solidFill>
                        </a:rPr>
                        <a:t>Leila Haddad</a:t>
                      </a:r>
                    </a:p>
                  </a:txBody>
                  <a:tcPr marL="128016" marR="128016" anchor="ctr">
                    <a:solidFill>
                      <a:srgbClr val="F4F6F8"/>
                    </a:solidFill>
                  </a:tcPr>
                </a:tc>
                <a:tc>
                  <a:txBody>
                    <a:bodyPr wrap="square"/>
                    <a:lstStyle/>
                    <a:p>
                      <a:pPr>
                        <a:buNone/>
                      </a:pPr>
                      <a:r>
                        <a:rPr sz="1800">
                          <a:solidFill>
                            <a:srgbClr val="232F3E"/>
                          </a:solidFill>
                        </a:rPr>
                        <a:t>Unfinished draft</a:t>
                      </a:r>
                    </a:p>
                  </a:txBody>
                  <a:tcPr marL="128016" marR="128016" anchor="ctr">
                    <a:solidFill>
                      <a:srgbClr val="F4F6F8"/>
                    </a:solidFill>
                  </a:tcPr>
                </a:tc>
                <a:tc>
                  <a:txBody>
                    <a:bodyPr wrap="square"/>
                    <a:lstStyle/>
                    <a:p>
                      <a:pPr>
                        <a:buNone/>
                      </a:pPr>
                      <a:r>
                        <a:rPr sz="1800">
                          <a:solidFill>
                            <a:srgbClr val="232F3E"/>
                          </a:solidFill>
                        </a:rPr>
                        <a:t>50% · F</a:t>
                      </a:r>
                    </a:p>
                  </a:txBody>
                  <a:tcPr marL="128016" marR="128016" anchor="ctr">
                    <a:solidFill>
                      <a:srgbClr val="F4F6F8"/>
                    </a:solidFill>
                  </a:tcPr>
                </a:tc>
              </a:tr>
              <a:tr h="585216">
                <a:tc>
                  <a:txBody>
                    <a:bodyPr wrap="square"/>
                    <a:lstStyle/>
                    <a:p>
                      <a:pPr>
                        <a:buNone/>
                      </a:pPr>
                      <a:r>
                        <a:rPr sz="1800">
                          <a:solidFill>
                            <a:srgbClr val="232F3E"/>
                          </a:solidFill>
                        </a:rPr>
                        <a:t>Diego Alvarez</a:t>
                      </a:r>
                    </a:p>
                  </a:txBody>
                  <a:tcPr marL="128016" marR="128016" anchor="ctr">
                    <a:solidFill>
                      <a:srgbClr val="FFFFFF"/>
                    </a:solidFill>
                  </a:tcPr>
                </a:tc>
                <a:tc>
                  <a:txBody>
                    <a:bodyPr wrap="square"/>
                    <a:lstStyle/>
                    <a:p>
                      <a:pPr>
                        <a:buNone/>
                      </a:pPr>
                      <a:r>
                        <a:rPr sz="1800">
                          <a:solidFill>
                            <a:srgbClr val="232F3E"/>
                          </a:solidFill>
                        </a:rPr>
                        <a:t>No paper</a:t>
                      </a:r>
                    </a:p>
                  </a:txBody>
                  <a:tcPr marL="128016" marR="128016" anchor="ctr">
                    <a:solidFill>
                      <a:srgbClr val="FFFFFF"/>
                    </a:solidFill>
                  </a:tcPr>
                </a:tc>
                <a:tc>
                  <a:txBody>
                    <a:bodyPr wrap="square"/>
                    <a:lstStyle/>
                    <a:p>
                      <a:pPr>
                        <a:buNone/>
                      </a:pPr>
                      <a:r>
                        <a:rPr b="1" sz="1800">
                          <a:solidFill>
                            <a:srgbClr val="156082"/>
                          </a:solidFill>
                        </a:rPr>
                        <a:t>Missing</a:t>
                      </a:r>
                      <a:r>
                        <a:rPr sz="1800">
                          <a:solidFill>
                            <a:srgbClr val="232F3E"/>
                          </a:solidFill>
                        </a:rPr>
                        <a:t> — flagged, not scored</a:t>
                      </a:r>
                    </a:p>
                  </a:txBody>
                  <a:tcPr marL="128016" marR="128016" anchor="ctr">
                    <a:solidFill>
                      <a:srgbClr val="FFFFFF"/>
                    </a:solidFill>
                  </a:tcPr>
                </a:tc>
              </a:tr>
            </a:tbl>
          </a:graphicData>
        </a:graphic>
      </p:graphicFrame>
      <p:sp>
        <p:nvSpPr>
          <p:cNvPr id="8" name="TextBox 7"/>
          <p:cNvSpPr txBox="1"/>
          <p:nvPr/>
        </p:nvSpPr>
        <p:spPr>
          <a:xfrm>
            <a:off x="731520" y="5074920"/>
            <a:ext cx="10698480" cy="731520"/>
          </a:xfrm>
          <a:prstGeom prst="rect">
            <a:avLst/>
          </a:prstGeom>
          <a:noFill/>
        </p:spPr>
        <p:txBody>
          <a:bodyPr wrap="square" anchor="t" lIns="45720" rIns="45720">
            <a:spAutoFit/>
          </a:bodyPr>
          <a:lstStyle/>
          <a:p>
            <a:pPr algn="ctr">
              <a:buNone/>
            </a:pPr>
            <a:r>
              <a:rPr i="1" sz="1600">
                <a:solidFill>
                  <a:srgbClr val="5F6B7A"/>
                </a:solidFill>
              </a:rPr>
              <a:t>Draft grades, hand-scored preview. The instructor reviews every one before anything is recorded.</a:t>
            </a:r>
          </a:p>
        </p:txBody>
      </p:sp>
      <p:pic>
        <p:nvPicPr>
          <p:cNvPr id="9" name="Picture 8" descr="drive-qr.png"/>
          <p:cNvPicPr>
            <a:picLocks noChangeAspect="1"/>
          </p:cNvPicPr>
          <p:nvPr/>
        </p:nvPicPr>
        <p:blipFill>
          <a:blip r:embed="rId5"/>
          <a:stretch>
            <a:fillRect/>
          </a:stretch>
        </p:blipFill>
        <p:spPr>
          <a:xfrm>
            <a:off x="1024128" y="5989320"/>
            <a:ext cx="777240" cy="77724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rPr b="1"/>
              <a:t>Pre-Assessment Triage</a:t>
            </a:r>
          </a:p>
        </p:txBody>
      </p:sp>
      <p:sp>
        <p:nvSpPr>
          <p:cNvPr id="3" name="Text Placeholder 2"/>
          <p:cNvSpPr>
            <a:spLocks noGrp="1"/>
          </p:cNvSpPr>
          <p:nvPr>
            <p:ph type="body" idx="2"/>
          </p:nvPr>
        </p:nvSpPr>
        <p:spPr/>
        <p:txBody>
          <a:bodyPr wrap="square"/>
          <a:lstStyle/>
          <a:p>
            <a:r>
              <a:rPr i="1"/>
              <a:t>A rubric check before students submit</a:t>
            </a:r>
          </a:p>
        </p:txBody>
      </p:sp>
      <p:pic>
        <p:nvPicPr>
          <p:cNvPr id="4" name="Picture 3" descr="drive-qr.png"/>
          <p:cNvPicPr>
            <a:picLocks noChangeAspect="1"/>
          </p:cNvPicPr>
          <p:nvPr/>
        </p:nvPicPr>
        <p:blipFill>
          <a:blip r:embed="rId3"/>
          <a:stretch>
            <a:fillRect/>
          </a:stretch>
        </p:blipFill>
        <p:spPr>
          <a:xfrm>
            <a:off x="1024128" y="5989320"/>
            <a:ext cx="777240" cy="77724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t>One line turns grading into triage</a:t>
            </a:r>
          </a:p>
        </p:txBody>
      </p:sp>
      <p:grpSp>
        <p:nvGrpSpPr>
          <p:cNvPr id="3" name="Group 8">
            <a:extLst>
              <a:ext uri="{FF2B5EF4-FFF2-40B4-BE49-F238E27FC236}">
                <a16:creationId xmlns:a16="http://schemas.microsoft.com/office/drawing/2014/main" id="{593AF3B1-3227-FCED-C8F1-E350CFCE8EDA}"/>
              </a:ext>
            </a:extLst>
          </p:cNvPr>
          <p:cNvGrpSpPr/>
          <p:nvPr/>
        </p:nvGrpSpPr>
        <p:grpSpPr>
          <a:xfrm>
            <a:off x="17318" y="6364432"/>
            <a:ext cx="961444" cy="415638"/>
            <a:chOff x="0" y="6364432"/>
            <a:chExt cx="961444" cy="415638"/>
          </a:xfrm>
        </p:grpSpPr>
        <p:pic>
          <p:nvPicPr>
            <p:cNvPr id="4" name="Picture 6" descr="A computer with blue text&#10;&#10;AI-generated content may be incorrect.">
              <a:extLst>
                <a:ext uri="{FF2B5EF4-FFF2-40B4-BE49-F238E27FC236}">
                  <a16:creationId xmlns:a16="http://schemas.microsoft.com/office/drawing/2014/main" id="{2AD2447E-1301-29BD-81D8-8148441ED689}"/>
                </a:ext>
              </a:extLst>
            </p:cNvPr>
            <p:cNvPicPr>
              <a:picLocks noChangeAspect="1"/>
            </p:cNvPicPr>
            <p:nvPr/>
          </p:nvPicPr>
          <p:blipFill>
            <a:blip r:embed="rId2"/>
            <a:stretch>
              <a:fillRect/>
            </a:stretch>
          </p:blipFill>
          <p:spPr>
            <a:xfrm>
              <a:off x="554285" y="6386118"/>
              <a:ext cx="407159" cy="361667"/>
            </a:xfrm>
            <a:prstGeom prst="rect">
              <a:avLst/>
            </a:prstGeom>
          </p:spPr>
        </p:pic>
        <p:pic>
          <p:nvPicPr>
            <p:cNvPr id="5" name="Picture 7" descr="A stack of books with a yellow bookmark&#10;&#10;AI-generated content may be incorrect.">
              <a:extLst>
                <a:ext uri="{FF2B5EF4-FFF2-40B4-BE49-F238E27FC236}">
                  <a16:creationId xmlns:a16="http://schemas.microsoft.com/office/drawing/2014/main" id="{49A4D62C-8B47-FE87-C5CF-BE22C6BDC151}"/>
                </a:ext>
              </a:extLst>
            </p:cNvPr>
            <p:cNvPicPr>
              <a:picLocks noChangeAspect="1"/>
            </p:cNvPicPr>
            <p:nvPr/>
          </p:nvPicPr>
          <p:blipFill>
            <a:blip r:embed="rId3"/>
            <a:stretch>
              <a:fillRect/>
            </a:stretch>
          </p:blipFill>
          <p:spPr>
            <a:xfrm>
              <a:off x="0" y="6364432"/>
              <a:ext cx="467592" cy="415638"/>
            </a:xfrm>
            <a:prstGeom prst="rect">
              <a:avLst/>
            </a:prstGeom>
          </p:spPr>
        </p:pic>
      </p:grpSp>
      <p:sp>
        <p:nvSpPr>
          <p:cNvPr id="6"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7" name="Rounded Rectangle 6"/>
          <p:cNvSpPr/>
          <p:nvPr/>
        </p:nvSpPr>
        <p:spPr>
          <a:xfrm>
            <a:off x="731520" y="1417320"/>
            <a:ext cx="10698480" cy="1828800"/>
          </a:xfrm>
          <a:prstGeom prst="roundRect">
            <a:avLst>
              <a:gd name="adj" fmla="val 18000"/>
            </a:avLst>
          </a:prstGeom>
          <a:solidFill>
            <a:srgbClr val="0E2841"/>
          </a:solidFill>
          <a:ln>
            <a:noFill/>
          </a:ln>
          <a:effectLst>
            <a:outerShdw blurRad="50800" dist="38100" dir="2700000" algn="tl" rotWithShape="0">
              <a:prstClr val="black">
                <a:alpha val="40000"/>
              </a:prstClr>
            </a:outerShdw>
          </a:effectLst>
        </p:spPr>
        <p:txBody>
          <a:bodyPr rtlCol="0" anchor="ctr" wrap="square" lIns="365760" rIns="365760" tIns="256031" bIns="256031"/>
          <a:lstStyle/>
          <a:p>
            <a:pPr algn="l">
              <a:spcAft>
                <a:spcPts val="600"/>
              </a:spcAft>
              <a:buNone/>
            </a:pPr>
            <a:r>
              <a:rPr sz="1900">
                <a:solidFill>
                  <a:srgbClr val="FFFFFF"/>
                </a:solidFill>
              </a:rPr>
              <a:t>“Add a Triage Mode for students. For each rubric criterion, compare the draft with the criterion's </a:t>
            </a:r>
            <a:r>
              <a:rPr i="1" b="0" sz="1900">
                <a:solidFill>
                  <a:srgbClr val="FFFFFF"/>
                </a:solidFill>
              </a:rPr>
              <a:t>present when</a:t>
            </a:r>
            <a:r>
              <a:rPr sz="1900">
                <a:solidFill>
                  <a:srgbClr val="FFFFFF"/>
                </a:solidFill>
              </a:rPr>
              <a:t> line and report </a:t>
            </a:r>
            <a:r>
              <a:rPr b="1" sz="1900">
                <a:solidFill>
                  <a:srgbClr val="8ACFF0"/>
                </a:solidFill>
              </a:rPr>
              <a:t>Present</a:t>
            </a:r>
            <a:r>
              <a:rPr sz="1900">
                <a:solidFill>
                  <a:srgbClr val="FFFFFF"/>
                </a:solidFill>
              </a:rPr>
              <a:t>, </a:t>
            </a:r>
            <a:r>
              <a:rPr b="1" sz="1900">
                <a:solidFill>
                  <a:srgbClr val="8ACFF0"/>
                </a:solidFill>
              </a:rPr>
              <a:t>Partial</a:t>
            </a:r>
            <a:r>
              <a:rPr sz="1900">
                <a:solidFill>
                  <a:srgbClr val="FFFFFF"/>
                </a:solidFill>
              </a:rPr>
              <a:t>, or </a:t>
            </a:r>
            <a:r>
              <a:rPr b="1" sz="1900">
                <a:solidFill>
                  <a:srgbClr val="8ACFF0"/>
                </a:solidFill>
              </a:rPr>
              <a:t>Missing</a:t>
            </a:r>
            <a:r>
              <a:rPr sz="1900">
                <a:solidFill>
                  <a:srgbClr val="FFFFFF"/>
                </a:solidFill>
              </a:rPr>
              <a:t>, quoting the passage it rests on. Never show a score, tier, or grade. Never rewrite the student's text or suggest wording.”</a:t>
            </a:r>
          </a:p>
        </p:txBody>
      </p:sp>
      <p:sp>
        <p:nvSpPr>
          <p:cNvPr id="8" name="TextBox 7"/>
          <p:cNvSpPr txBox="1"/>
          <p:nvPr/>
        </p:nvSpPr>
        <p:spPr>
          <a:xfrm>
            <a:off x="822960" y="3611880"/>
            <a:ext cx="10607040" cy="2103120"/>
          </a:xfrm>
          <a:prstGeom prst="rect">
            <a:avLst/>
          </a:prstGeom>
          <a:noFill/>
        </p:spPr>
        <p:txBody>
          <a:bodyPr wrap="square" anchor="t" lIns="45720" rIns="45720">
            <a:spAutoFit/>
          </a:bodyPr>
          <a:lstStyle/>
          <a:p>
            <a:pPr marL="342900" indent="-342900">
              <a:spcAft>
                <a:spcPts val="1000"/>
              </a:spcAft>
              <a:buFont typeface="Arial"/>
              <a:buChar char="•"/>
            </a:pPr>
            <a:r>
              <a:rPr sz="2100">
                <a:solidFill>
                  <a:srgbClr val="232F3E"/>
                </a:solidFill>
              </a:rPr>
              <a:t>It reads each criterion's </a:t>
            </a:r>
            <a:r>
              <a:rPr b="1" sz="2100">
                <a:solidFill>
                  <a:srgbClr val="156082"/>
                </a:solidFill>
              </a:rPr>
              <a:t>present when</a:t>
            </a:r>
            <a:r>
              <a:rPr sz="2100">
                <a:solidFill>
                  <a:srgbClr val="232F3E"/>
                </a:solidFill>
              </a:rPr>
              <a:t> line — never the weights or levels</a:t>
            </a:r>
          </a:p>
          <a:p>
            <a:pPr marL="342900" indent="-342900">
              <a:spcAft>
                <a:spcPts val="1000"/>
              </a:spcAft>
              <a:buFont typeface="Arial"/>
              <a:buChar char="•"/>
            </a:pPr>
            <a:r>
              <a:rPr sz="2100">
                <a:solidFill>
                  <a:srgbClr val="232F3E"/>
                </a:solidFill>
              </a:rPr>
              <a:t>So it has </a:t>
            </a:r>
            <a:r>
              <a:rPr b="1" sz="2100">
                <a:solidFill>
                  <a:srgbClr val="156082"/>
                </a:solidFill>
              </a:rPr>
              <a:t>nothing to calculate a score from</a:t>
            </a:r>
          </a:p>
          <a:p>
            <a:pPr marL="342900" indent="-342900">
              <a:spcAft>
                <a:spcPts val="1000"/>
              </a:spcAft>
              <a:buFont typeface="Arial"/>
              <a:buChar char="•"/>
            </a:pPr>
            <a:r>
              <a:rPr sz="2100">
                <a:solidFill>
                  <a:srgbClr val="232F3E"/>
                </a:solidFill>
              </a:rPr>
              <a:t>Same app, same rubric — a second mode</a:t>
            </a:r>
          </a:p>
        </p:txBody>
      </p:sp>
      <p:pic>
        <p:nvPicPr>
          <p:cNvPr id="9" name="Picture 8" descr="drive-qr.png"/>
          <p:cNvPicPr>
            <a:picLocks noChangeAspect="1"/>
          </p:cNvPicPr>
          <p:nvPr/>
        </p:nvPicPr>
        <p:blipFill>
          <a:blip r:embed="rId5"/>
          <a:stretch>
            <a:fillRect/>
          </a:stretch>
        </p:blipFill>
        <p:spPr>
          <a:xfrm>
            <a:off x="1024128" y="5989320"/>
            <a:ext cx="777240" cy="77724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t>Priya's draft, a week early</a:t>
            </a:r>
          </a:p>
        </p:txBody>
      </p:sp>
      <p:grpSp>
        <p:nvGrpSpPr>
          <p:cNvPr id="3" name="Group 8">
            <a:extLst>
              <a:ext uri="{FF2B5EF4-FFF2-40B4-BE49-F238E27FC236}">
                <a16:creationId xmlns:a16="http://schemas.microsoft.com/office/drawing/2014/main" id="{593AF3B1-3227-FCED-C8F1-E350CFCE8EDA}"/>
              </a:ext>
            </a:extLst>
          </p:cNvPr>
          <p:cNvGrpSpPr/>
          <p:nvPr/>
        </p:nvGrpSpPr>
        <p:grpSpPr>
          <a:xfrm>
            <a:off x="17318" y="6364432"/>
            <a:ext cx="961444" cy="415638"/>
            <a:chOff x="0" y="6364432"/>
            <a:chExt cx="961444" cy="415638"/>
          </a:xfrm>
        </p:grpSpPr>
        <p:pic>
          <p:nvPicPr>
            <p:cNvPr id="4" name="Picture 6" descr="A computer with blue text&#10;&#10;AI-generated content may be incorrect.">
              <a:extLst>
                <a:ext uri="{FF2B5EF4-FFF2-40B4-BE49-F238E27FC236}">
                  <a16:creationId xmlns:a16="http://schemas.microsoft.com/office/drawing/2014/main" id="{2AD2447E-1301-29BD-81D8-8148441ED689}"/>
                </a:ext>
              </a:extLst>
            </p:cNvPr>
            <p:cNvPicPr>
              <a:picLocks noChangeAspect="1"/>
            </p:cNvPicPr>
            <p:nvPr/>
          </p:nvPicPr>
          <p:blipFill>
            <a:blip r:embed="rId2"/>
            <a:stretch>
              <a:fillRect/>
            </a:stretch>
          </p:blipFill>
          <p:spPr>
            <a:xfrm>
              <a:off x="554285" y="6386118"/>
              <a:ext cx="407159" cy="361667"/>
            </a:xfrm>
            <a:prstGeom prst="rect">
              <a:avLst/>
            </a:prstGeom>
          </p:spPr>
        </p:pic>
        <p:pic>
          <p:nvPicPr>
            <p:cNvPr id="5" name="Picture 7" descr="A stack of books with a yellow bookmark&#10;&#10;AI-generated content may be incorrect.">
              <a:extLst>
                <a:ext uri="{FF2B5EF4-FFF2-40B4-BE49-F238E27FC236}">
                  <a16:creationId xmlns:a16="http://schemas.microsoft.com/office/drawing/2014/main" id="{49A4D62C-8B47-FE87-C5CF-BE22C6BDC151}"/>
                </a:ext>
              </a:extLst>
            </p:cNvPr>
            <p:cNvPicPr>
              <a:picLocks noChangeAspect="1"/>
            </p:cNvPicPr>
            <p:nvPr/>
          </p:nvPicPr>
          <p:blipFill>
            <a:blip r:embed="rId3"/>
            <a:stretch>
              <a:fillRect/>
            </a:stretch>
          </p:blipFill>
          <p:spPr>
            <a:xfrm>
              <a:off x="0" y="6364432"/>
              <a:ext cx="467592" cy="415638"/>
            </a:xfrm>
            <a:prstGeom prst="rect">
              <a:avLst/>
            </a:prstGeom>
          </p:spPr>
        </p:pic>
      </p:grpSp>
      <p:sp>
        <p:nvSpPr>
          <p:cNvPr id="6"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7" name="TextBox 6"/>
          <p:cNvSpPr txBox="1"/>
          <p:nvPr/>
        </p:nvSpPr>
        <p:spPr>
          <a:xfrm>
            <a:off x="731520" y="1554480"/>
            <a:ext cx="4937760" cy="457200"/>
          </a:xfrm>
          <a:prstGeom prst="rect">
            <a:avLst/>
          </a:prstGeom>
          <a:noFill/>
        </p:spPr>
        <p:txBody>
          <a:bodyPr wrap="square" anchor="ctr" lIns="45720" rIns="45720">
            <a:spAutoFit/>
          </a:bodyPr>
          <a:lstStyle/>
          <a:p>
            <a:pPr>
              <a:buNone/>
            </a:pPr>
            <a:r>
              <a:rPr sz="2000">
                <a:solidFill>
                  <a:srgbClr val="232F3E"/>
                </a:solidFill>
              </a:rPr>
              <a:t>Thesis &amp; Choice of Structure</a:t>
            </a:r>
          </a:p>
        </p:txBody>
      </p:sp>
      <p:sp>
        <p:nvSpPr>
          <p:cNvPr id="8" name="Rounded Rectangle 7"/>
          <p:cNvSpPr/>
          <p:nvPr/>
        </p:nvSpPr>
        <p:spPr>
          <a:xfrm>
            <a:off x="5760720" y="1572768"/>
            <a:ext cx="1600200" cy="420624"/>
          </a:xfrm>
          <a:prstGeom prst="roundRect">
            <a:avLst>
              <a:gd name="adj" fmla="val 50000"/>
            </a:avLst>
          </a:prstGeom>
          <a:solidFill>
            <a:srgbClr val="C00000"/>
          </a:solidFill>
          <a:ln>
            <a:noFill/>
          </a:ln>
        </p:spPr>
        <p:txBody>
          <a:bodyPr rtlCol="0" anchor="ctr" wrap="square" lIns="54864" rIns="54864" tIns="38404" bIns="38404"/>
          <a:lstStyle/>
          <a:p>
            <a:pPr algn="ctr">
              <a:buNone/>
            </a:pPr>
            <a:r>
              <a:rPr b="1" sz="1400">
                <a:solidFill>
                  <a:srgbClr val="FFFFFF"/>
                </a:solidFill>
              </a:rPr>
              <a:t>MISSING</a:t>
            </a:r>
          </a:p>
        </p:txBody>
      </p:sp>
      <p:sp>
        <p:nvSpPr>
          <p:cNvPr id="9" name="TextBox 8"/>
          <p:cNvSpPr txBox="1"/>
          <p:nvPr/>
        </p:nvSpPr>
        <p:spPr>
          <a:xfrm>
            <a:off x="731520" y="2304288"/>
            <a:ext cx="4937760" cy="457200"/>
          </a:xfrm>
          <a:prstGeom prst="rect">
            <a:avLst/>
          </a:prstGeom>
          <a:noFill/>
        </p:spPr>
        <p:txBody>
          <a:bodyPr wrap="square" anchor="ctr" lIns="45720" rIns="45720">
            <a:spAutoFit/>
          </a:bodyPr>
          <a:lstStyle/>
          <a:p>
            <a:pPr>
              <a:buNone/>
            </a:pPr>
            <a:r>
              <a:rPr sz="2000">
                <a:solidFill>
                  <a:srgbClr val="232F3E"/>
                </a:solidFill>
              </a:rPr>
              <a:t>Running-Time Analysis</a:t>
            </a:r>
          </a:p>
        </p:txBody>
      </p:sp>
      <p:sp>
        <p:nvSpPr>
          <p:cNvPr id="10" name="Rounded Rectangle 9"/>
          <p:cNvSpPr/>
          <p:nvPr/>
        </p:nvSpPr>
        <p:spPr>
          <a:xfrm>
            <a:off x="5760720" y="2322576"/>
            <a:ext cx="1600200" cy="420624"/>
          </a:xfrm>
          <a:prstGeom prst="roundRect">
            <a:avLst>
              <a:gd name="adj" fmla="val 50000"/>
            </a:avLst>
          </a:prstGeom>
          <a:solidFill>
            <a:srgbClr val="C00000"/>
          </a:solidFill>
          <a:ln>
            <a:noFill/>
          </a:ln>
        </p:spPr>
        <p:txBody>
          <a:bodyPr rtlCol="0" anchor="ctr" wrap="square" lIns="54864" rIns="54864" tIns="38404" bIns="38404"/>
          <a:lstStyle/>
          <a:p>
            <a:pPr algn="ctr">
              <a:buNone/>
            </a:pPr>
            <a:r>
              <a:rPr b="1" sz="1400">
                <a:solidFill>
                  <a:srgbClr val="FFFFFF"/>
                </a:solidFill>
              </a:rPr>
              <a:t>MISSING</a:t>
            </a:r>
          </a:p>
        </p:txBody>
      </p:sp>
      <p:sp>
        <p:nvSpPr>
          <p:cNvPr id="11" name="TextBox 10"/>
          <p:cNvSpPr txBox="1"/>
          <p:nvPr/>
        </p:nvSpPr>
        <p:spPr>
          <a:xfrm>
            <a:off x="731520" y="3054096"/>
            <a:ext cx="4937760" cy="457200"/>
          </a:xfrm>
          <a:prstGeom prst="rect">
            <a:avLst/>
          </a:prstGeom>
          <a:noFill/>
        </p:spPr>
        <p:txBody>
          <a:bodyPr wrap="square" anchor="ctr" lIns="45720" rIns="45720">
            <a:spAutoFit/>
          </a:bodyPr>
          <a:lstStyle/>
          <a:p>
            <a:pPr>
              <a:buNone/>
            </a:pPr>
            <a:r>
              <a:rPr sz="2000">
                <a:solidFill>
                  <a:srgbClr val="232F3E"/>
                </a:solidFill>
              </a:rPr>
              <a:t>Evidence &amp; Scenario</a:t>
            </a:r>
          </a:p>
        </p:txBody>
      </p:sp>
      <p:sp>
        <p:nvSpPr>
          <p:cNvPr id="12" name="Rounded Rectangle 11"/>
          <p:cNvSpPr/>
          <p:nvPr/>
        </p:nvSpPr>
        <p:spPr>
          <a:xfrm>
            <a:off x="5760720" y="3072384"/>
            <a:ext cx="1600200" cy="420624"/>
          </a:xfrm>
          <a:prstGeom prst="roundRect">
            <a:avLst>
              <a:gd name="adj" fmla="val 50000"/>
            </a:avLst>
          </a:prstGeom>
          <a:solidFill>
            <a:srgbClr val="C00000"/>
          </a:solidFill>
          <a:ln>
            <a:noFill/>
          </a:ln>
        </p:spPr>
        <p:txBody>
          <a:bodyPr rtlCol="0" anchor="ctr" wrap="square" lIns="54864" rIns="54864" tIns="38404" bIns="38404"/>
          <a:lstStyle/>
          <a:p>
            <a:pPr algn="ctr">
              <a:buNone/>
            </a:pPr>
            <a:r>
              <a:rPr b="1" sz="1400">
                <a:solidFill>
                  <a:srgbClr val="FFFFFF"/>
                </a:solidFill>
              </a:rPr>
              <a:t>MISSING</a:t>
            </a:r>
          </a:p>
        </p:txBody>
      </p:sp>
      <p:sp>
        <p:nvSpPr>
          <p:cNvPr id="13" name="TextBox 12"/>
          <p:cNvSpPr txBox="1"/>
          <p:nvPr/>
        </p:nvSpPr>
        <p:spPr>
          <a:xfrm>
            <a:off x="731520" y="3803904"/>
            <a:ext cx="4937760" cy="457200"/>
          </a:xfrm>
          <a:prstGeom prst="rect">
            <a:avLst/>
          </a:prstGeom>
          <a:noFill/>
        </p:spPr>
        <p:txBody>
          <a:bodyPr wrap="square" anchor="ctr" lIns="45720" rIns="45720">
            <a:spAutoFit/>
          </a:bodyPr>
          <a:lstStyle/>
          <a:p>
            <a:pPr>
              <a:buNone/>
            </a:pPr>
            <a:r>
              <a:rPr sz="2000">
                <a:solidFill>
                  <a:srgbClr val="232F3E"/>
                </a:solidFill>
              </a:rPr>
              <a:t>Trade-offs &amp; Limits</a:t>
            </a:r>
          </a:p>
        </p:txBody>
      </p:sp>
      <p:sp>
        <p:nvSpPr>
          <p:cNvPr id="14" name="Rounded Rectangle 13"/>
          <p:cNvSpPr/>
          <p:nvPr/>
        </p:nvSpPr>
        <p:spPr>
          <a:xfrm>
            <a:off x="5760720" y="3822191"/>
            <a:ext cx="1600200" cy="420624"/>
          </a:xfrm>
          <a:prstGeom prst="roundRect">
            <a:avLst>
              <a:gd name="adj" fmla="val 50000"/>
            </a:avLst>
          </a:prstGeom>
          <a:solidFill>
            <a:srgbClr val="C00000"/>
          </a:solidFill>
          <a:ln>
            <a:noFill/>
          </a:ln>
        </p:spPr>
        <p:txBody>
          <a:bodyPr rtlCol="0" anchor="ctr" wrap="square" lIns="54864" rIns="54864" tIns="38404" bIns="38404"/>
          <a:lstStyle/>
          <a:p>
            <a:pPr algn="ctr">
              <a:buNone/>
            </a:pPr>
            <a:r>
              <a:rPr b="1" sz="1400">
                <a:solidFill>
                  <a:srgbClr val="FFFFFF"/>
                </a:solidFill>
              </a:rPr>
              <a:t>MISSING</a:t>
            </a:r>
          </a:p>
        </p:txBody>
      </p:sp>
      <p:sp>
        <p:nvSpPr>
          <p:cNvPr id="15" name="TextBox 14"/>
          <p:cNvSpPr txBox="1"/>
          <p:nvPr/>
        </p:nvSpPr>
        <p:spPr>
          <a:xfrm>
            <a:off x="731520" y="4553712"/>
            <a:ext cx="4937760" cy="457200"/>
          </a:xfrm>
          <a:prstGeom prst="rect">
            <a:avLst/>
          </a:prstGeom>
          <a:noFill/>
        </p:spPr>
        <p:txBody>
          <a:bodyPr wrap="square" anchor="ctr" lIns="45720" rIns="45720">
            <a:spAutoFit/>
          </a:bodyPr>
          <a:lstStyle/>
          <a:p>
            <a:pPr>
              <a:buNone/>
            </a:pPr>
            <a:r>
              <a:rPr sz="2000">
                <a:solidFill>
                  <a:srgbClr val="232F3E"/>
                </a:solidFill>
              </a:rPr>
              <a:t>Clarity &amp; Structure</a:t>
            </a:r>
          </a:p>
        </p:txBody>
      </p:sp>
      <p:sp>
        <p:nvSpPr>
          <p:cNvPr id="16" name="Rounded Rectangle 15"/>
          <p:cNvSpPr/>
          <p:nvPr/>
        </p:nvSpPr>
        <p:spPr>
          <a:xfrm>
            <a:off x="5760720" y="4571999"/>
            <a:ext cx="1600200" cy="420624"/>
          </a:xfrm>
          <a:prstGeom prst="roundRect">
            <a:avLst>
              <a:gd name="adj" fmla="val 50000"/>
            </a:avLst>
          </a:prstGeom>
          <a:solidFill>
            <a:srgbClr val="B45908"/>
          </a:solidFill>
          <a:ln>
            <a:noFill/>
          </a:ln>
        </p:spPr>
        <p:txBody>
          <a:bodyPr rtlCol="0" anchor="ctr" wrap="square" lIns="54864" rIns="54864" tIns="38404" bIns="38404"/>
          <a:lstStyle/>
          <a:p>
            <a:pPr algn="ctr">
              <a:buNone/>
            </a:pPr>
            <a:r>
              <a:rPr b="1" sz="1400">
                <a:solidFill>
                  <a:srgbClr val="FFFFFF"/>
                </a:solidFill>
              </a:rPr>
              <a:t>PARTIAL</a:t>
            </a:r>
          </a:p>
        </p:txBody>
      </p:sp>
      <p:sp>
        <p:nvSpPr>
          <p:cNvPr id="17" name="Rounded Rectangle 16"/>
          <p:cNvSpPr/>
          <p:nvPr/>
        </p:nvSpPr>
        <p:spPr>
          <a:xfrm>
            <a:off x="7863840" y="1463040"/>
            <a:ext cx="3931920" cy="393192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274320" rIns="274320" tIns="192024" bIns="192024"/>
          <a:lstStyle/>
          <a:p>
            <a:pPr algn="ctr">
              <a:spcAft>
                <a:spcPts val="1000"/>
              </a:spcAft>
              <a:buNone/>
            </a:pPr>
            <a:r>
              <a:rPr i="1" sz="2200">
                <a:solidFill>
                  <a:srgbClr val="232F3E"/>
                </a:solidFill>
              </a:rPr>
              <a:t>If she'd submitted it</a:t>
            </a:r>
          </a:p>
          <a:p>
            <a:pPr algn="ctr">
              <a:spcAft>
                <a:spcPts val="800"/>
              </a:spcAft>
              <a:buNone/>
            </a:pPr>
            <a:r>
              <a:rPr b="1" sz="8000">
                <a:solidFill>
                  <a:srgbClr val="C00000"/>
                </a:solidFill>
              </a:rPr>
              <a:t>F</a:t>
            </a:r>
          </a:p>
          <a:p>
            <a:pPr algn="ctr">
              <a:spcAft>
                <a:spcPts val="800"/>
              </a:spcAft>
              <a:buNone/>
            </a:pPr>
            <a:r>
              <a:rPr sz="1900">
                <a:solidFill>
                  <a:srgbClr val="232F3E"/>
                </a:solidFill>
              </a:rPr>
              <a:t>≈ 13% in Grade mode</a:t>
            </a:r>
          </a:p>
          <a:p>
            <a:pPr algn="ctr">
              <a:spcAft>
                <a:spcPts val="800"/>
              </a:spcAft>
              <a:buNone/>
            </a:pPr>
            <a:r>
              <a:rPr sz="1800">
                <a:solidFill>
                  <a:srgbClr val="232F3E"/>
                </a:solidFill>
              </a:rPr>
              <a:t>Triage shows her </a:t>
            </a:r>
            <a:r>
              <a:rPr b="1" sz="1800">
                <a:solidFill>
                  <a:srgbClr val="156082"/>
                </a:solidFill>
              </a:rPr>
              <a:t>days before the deadline</a:t>
            </a:r>
            <a:r>
              <a:rPr sz="1800">
                <a:solidFill>
                  <a:srgbClr val="232F3E"/>
                </a:solidFill>
              </a:rPr>
              <a:t> instead.</a:t>
            </a:r>
          </a:p>
        </p:txBody>
      </p:sp>
      <p:pic>
        <p:nvPicPr>
          <p:cNvPr id="18" name="Picture 17" descr="drive-qr.png"/>
          <p:cNvPicPr>
            <a:picLocks noChangeAspect="1"/>
          </p:cNvPicPr>
          <p:nvPr/>
        </p:nvPicPr>
        <p:blipFill>
          <a:blip r:embed="rId5"/>
          <a:stretch>
            <a:fillRect/>
          </a:stretch>
        </p:blipFill>
        <p:spPr>
          <a:xfrm>
            <a:off x="1024128" y="5989320"/>
            <a:ext cx="777240" cy="77724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t>The limits are the design</a:t>
            </a:r>
          </a:p>
        </p:txBody>
      </p:sp>
      <p:grpSp>
        <p:nvGrpSpPr>
          <p:cNvPr id="3" name="Group 8">
            <a:extLst>
              <a:ext uri="{FF2B5EF4-FFF2-40B4-BE49-F238E27FC236}">
                <a16:creationId xmlns:a16="http://schemas.microsoft.com/office/drawing/2014/main" id="{593AF3B1-3227-FCED-C8F1-E350CFCE8EDA}"/>
              </a:ext>
            </a:extLst>
          </p:cNvPr>
          <p:cNvGrpSpPr/>
          <p:nvPr/>
        </p:nvGrpSpPr>
        <p:grpSpPr>
          <a:xfrm>
            <a:off x="17318" y="6364432"/>
            <a:ext cx="961444" cy="415638"/>
            <a:chOff x="0" y="6364432"/>
            <a:chExt cx="961444" cy="415638"/>
          </a:xfrm>
        </p:grpSpPr>
        <p:pic>
          <p:nvPicPr>
            <p:cNvPr id="4" name="Picture 6" descr="A computer with blue text&#10;&#10;AI-generated content may be incorrect.">
              <a:extLst>
                <a:ext uri="{FF2B5EF4-FFF2-40B4-BE49-F238E27FC236}">
                  <a16:creationId xmlns:a16="http://schemas.microsoft.com/office/drawing/2014/main" id="{2AD2447E-1301-29BD-81D8-8148441ED689}"/>
                </a:ext>
              </a:extLst>
            </p:cNvPr>
            <p:cNvPicPr>
              <a:picLocks noChangeAspect="1"/>
            </p:cNvPicPr>
            <p:nvPr/>
          </p:nvPicPr>
          <p:blipFill>
            <a:blip r:embed="rId2"/>
            <a:stretch>
              <a:fillRect/>
            </a:stretch>
          </p:blipFill>
          <p:spPr>
            <a:xfrm>
              <a:off x="554285" y="6386118"/>
              <a:ext cx="407159" cy="361667"/>
            </a:xfrm>
            <a:prstGeom prst="rect">
              <a:avLst/>
            </a:prstGeom>
          </p:spPr>
        </p:pic>
        <p:pic>
          <p:nvPicPr>
            <p:cNvPr id="5" name="Picture 7" descr="A stack of books with a yellow bookmark&#10;&#10;AI-generated content may be incorrect.">
              <a:extLst>
                <a:ext uri="{FF2B5EF4-FFF2-40B4-BE49-F238E27FC236}">
                  <a16:creationId xmlns:a16="http://schemas.microsoft.com/office/drawing/2014/main" id="{49A4D62C-8B47-FE87-C5CF-BE22C6BDC151}"/>
                </a:ext>
              </a:extLst>
            </p:cNvPr>
            <p:cNvPicPr>
              <a:picLocks noChangeAspect="1"/>
            </p:cNvPicPr>
            <p:nvPr/>
          </p:nvPicPr>
          <p:blipFill>
            <a:blip r:embed="rId3"/>
            <a:stretch>
              <a:fillRect/>
            </a:stretch>
          </p:blipFill>
          <p:spPr>
            <a:xfrm>
              <a:off x="0" y="6364432"/>
              <a:ext cx="467592" cy="415638"/>
            </a:xfrm>
            <a:prstGeom prst="rect">
              <a:avLst/>
            </a:prstGeom>
          </p:spPr>
        </p:pic>
      </p:grpSp>
      <p:sp>
        <p:nvSpPr>
          <p:cNvPr id="6"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7" name="TextBox 6"/>
          <p:cNvSpPr txBox="1"/>
          <p:nvPr/>
        </p:nvSpPr>
        <p:spPr>
          <a:xfrm>
            <a:off x="548640" y="1463040"/>
            <a:ext cx="6035040" cy="4389120"/>
          </a:xfrm>
          <a:prstGeom prst="rect">
            <a:avLst/>
          </a:prstGeom>
          <a:noFill/>
        </p:spPr>
        <p:txBody>
          <a:bodyPr wrap="square" anchor="t" lIns="45720" rIns="45720">
            <a:spAutoFit/>
          </a:bodyPr>
          <a:lstStyle/>
          <a:p>
            <a:pPr marL="342900" indent="-342900">
              <a:spcAft>
                <a:spcPts val="1600"/>
              </a:spcAft>
              <a:buFont typeface="Arial"/>
              <a:buChar char="•"/>
            </a:pPr>
            <a:r>
              <a:rPr sz="2300">
                <a:solidFill>
                  <a:srgbClr val="232F3E"/>
                </a:solidFill>
              </a:rPr>
              <a:t>Checks </a:t>
            </a:r>
            <a:r>
              <a:rPr b="1" sz="2300">
                <a:solidFill>
                  <a:srgbClr val="156082"/>
                </a:solidFill>
              </a:rPr>
              <a:t>completeness</a:t>
            </a:r>
            <a:r>
              <a:rPr sz="2300">
                <a:solidFill>
                  <a:srgbClr val="232F3E"/>
                </a:solidFill>
              </a:rPr>
              <a:t> only</a:t>
            </a:r>
          </a:p>
          <a:p>
            <a:pPr marL="342900" indent="-342900">
              <a:spcAft>
                <a:spcPts val="1600"/>
              </a:spcAft>
              <a:buFont typeface="Arial"/>
              <a:buChar char="•"/>
            </a:pPr>
            <a:r>
              <a:rPr sz="2300">
                <a:solidFill>
                  <a:srgbClr val="232F3E"/>
                </a:solidFill>
              </a:rPr>
              <a:t>Never gives a </a:t>
            </a:r>
            <a:r>
              <a:rPr b="1" sz="2300">
                <a:solidFill>
                  <a:srgbClr val="156082"/>
                </a:solidFill>
              </a:rPr>
              <a:t>score</a:t>
            </a:r>
            <a:r>
              <a:rPr sz="2300">
                <a:solidFill>
                  <a:srgbClr val="232F3E"/>
                </a:solidFill>
              </a:rPr>
              <a:t>, tier, or grade</a:t>
            </a:r>
          </a:p>
          <a:p>
            <a:pPr marL="342900" indent="-342900">
              <a:spcAft>
                <a:spcPts val="1600"/>
              </a:spcAft>
              <a:buFont typeface="Arial"/>
              <a:buChar char="•"/>
            </a:pPr>
            <a:r>
              <a:rPr sz="2300">
                <a:solidFill>
                  <a:srgbClr val="232F3E"/>
                </a:solidFill>
              </a:rPr>
              <a:t>Never </a:t>
            </a:r>
            <a:r>
              <a:rPr b="1" sz="2300">
                <a:solidFill>
                  <a:srgbClr val="156082"/>
                </a:solidFill>
              </a:rPr>
              <a:t>rewrites</a:t>
            </a:r>
            <a:r>
              <a:rPr sz="2300">
                <a:solidFill>
                  <a:srgbClr val="232F3E"/>
                </a:solidFill>
              </a:rPr>
              <a:t> or suggests text</a:t>
            </a:r>
          </a:p>
          <a:p>
            <a:pPr marL="342900" indent="-342900">
              <a:spcAft>
                <a:spcPts val="1600"/>
              </a:spcAft>
              <a:buFont typeface="Arial"/>
              <a:buChar char="•"/>
            </a:pPr>
            <a:r>
              <a:rPr sz="2300">
                <a:solidFill>
                  <a:srgbClr val="232F3E"/>
                </a:solidFill>
              </a:rPr>
              <a:t>The student revises. </a:t>
            </a:r>
            <a:r>
              <a:rPr b="1" sz="2300">
                <a:solidFill>
                  <a:srgbClr val="156082"/>
                </a:solidFill>
              </a:rPr>
              <a:t>The instructor grades.</a:t>
            </a:r>
          </a:p>
        </p:txBody>
      </p:sp>
      <p:sp>
        <p:nvSpPr>
          <p:cNvPr id="8" name="Rounded Rectangle 7"/>
          <p:cNvSpPr/>
          <p:nvPr/>
        </p:nvSpPr>
        <p:spPr>
          <a:xfrm>
            <a:off x="6903720" y="1463040"/>
            <a:ext cx="4892040" cy="283464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t" wrap="square" lIns="274320" rIns="274320" tIns="192024" bIns="192024"/>
          <a:lstStyle/>
          <a:p>
            <a:pPr algn="ctr">
              <a:spcAft>
                <a:spcPts val="1000"/>
              </a:spcAft>
              <a:buNone/>
            </a:pPr>
            <a:r>
              <a:rPr i="1" sz="2200">
                <a:solidFill>
                  <a:srgbClr val="232F3E"/>
                </a:solidFill>
              </a:rPr>
              <a:t>The honest limit</a:t>
            </a:r>
          </a:p>
          <a:p>
            <a:pPr algn="l">
              <a:spcAft>
                <a:spcPts val="800"/>
              </a:spcAft>
              <a:buNone/>
            </a:pPr>
            <a:r>
              <a:rPr sz="1900">
                <a:solidFill>
                  <a:srgbClr val="232F3E"/>
                </a:solidFill>
              </a:rPr>
              <a:t>Triage will pass Marcus's running-time section.</a:t>
            </a:r>
          </a:p>
          <a:p>
            <a:pPr algn="l">
              <a:spcAft>
                <a:spcPts val="800"/>
              </a:spcAft>
              <a:buNone/>
            </a:pPr>
            <a:r>
              <a:rPr sz="1900">
                <a:solidFill>
                  <a:srgbClr val="232F3E"/>
                </a:solidFill>
              </a:rPr>
              <a:t>His claims are </a:t>
            </a:r>
            <a:r>
              <a:rPr b="1" sz="1900">
                <a:solidFill>
                  <a:srgbClr val="156082"/>
                </a:solidFill>
              </a:rPr>
              <a:t>present</a:t>
            </a:r>
            <a:r>
              <a:rPr sz="1900">
                <a:solidFill>
                  <a:srgbClr val="232F3E"/>
                </a:solidFill>
              </a:rPr>
              <a:t> — just wrong.</a:t>
            </a:r>
          </a:p>
          <a:p>
            <a:pPr algn="ctr">
              <a:spcBef>
                <a:spcPts val="1000"/>
              </a:spcBef>
              <a:spcAft>
                <a:spcPts val="800"/>
              </a:spcAft>
              <a:buNone/>
            </a:pPr>
            <a:r>
              <a:rPr b="1" i="1" sz="1900">
                <a:solidFill>
                  <a:srgbClr val="232F3E"/>
                </a:solidFill>
              </a:rPr>
              <a:t>Present is not the same as correct.</a:t>
            </a:r>
          </a:p>
        </p:txBody>
      </p:sp>
      <p:pic>
        <p:nvPicPr>
          <p:cNvPr id="9" name="Picture 8" descr="drive-qr.png"/>
          <p:cNvPicPr>
            <a:picLocks noChangeAspect="1"/>
          </p:cNvPicPr>
          <p:nvPr/>
        </p:nvPicPr>
        <p:blipFill>
          <a:blip r:embed="rId5"/>
          <a:stretch>
            <a:fillRect/>
          </a:stretch>
        </p:blipFill>
        <p:spPr>
          <a:xfrm>
            <a:off x="1024128" y="5989320"/>
            <a:ext cx="777240" cy="77724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t>Break it</a:t>
            </a:r>
          </a:p>
        </p:txBody>
      </p:sp>
      <p:grpSp>
        <p:nvGrpSpPr>
          <p:cNvPr id="3" name="Group 8">
            <a:extLst>
              <a:ext uri="{FF2B5EF4-FFF2-40B4-BE49-F238E27FC236}">
                <a16:creationId xmlns:a16="http://schemas.microsoft.com/office/drawing/2014/main" id="{593AF3B1-3227-FCED-C8F1-E350CFCE8EDA}"/>
              </a:ext>
            </a:extLst>
          </p:cNvPr>
          <p:cNvGrpSpPr/>
          <p:nvPr/>
        </p:nvGrpSpPr>
        <p:grpSpPr>
          <a:xfrm>
            <a:off x="17318" y="6364432"/>
            <a:ext cx="961444" cy="415638"/>
            <a:chOff x="0" y="6364432"/>
            <a:chExt cx="961444" cy="415638"/>
          </a:xfrm>
        </p:grpSpPr>
        <p:pic>
          <p:nvPicPr>
            <p:cNvPr id="4" name="Picture 6" descr="A computer with blue text&#10;&#10;AI-generated content may be incorrect.">
              <a:extLst>
                <a:ext uri="{FF2B5EF4-FFF2-40B4-BE49-F238E27FC236}">
                  <a16:creationId xmlns:a16="http://schemas.microsoft.com/office/drawing/2014/main" id="{2AD2447E-1301-29BD-81D8-8148441ED689}"/>
                </a:ext>
              </a:extLst>
            </p:cNvPr>
            <p:cNvPicPr>
              <a:picLocks noChangeAspect="1"/>
            </p:cNvPicPr>
            <p:nvPr/>
          </p:nvPicPr>
          <p:blipFill>
            <a:blip r:embed="rId2"/>
            <a:stretch>
              <a:fillRect/>
            </a:stretch>
          </p:blipFill>
          <p:spPr>
            <a:xfrm>
              <a:off x="554285" y="6386118"/>
              <a:ext cx="407159" cy="361667"/>
            </a:xfrm>
            <a:prstGeom prst="rect">
              <a:avLst/>
            </a:prstGeom>
          </p:spPr>
        </p:pic>
        <p:pic>
          <p:nvPicPr>
            <p:cNvPr id="5" name="Picture 7" descr="A stack of books with a yellow bookmark&#10;&#10;AI-generated content may be incorrect.">
              <a:extLst>
                <a:ext uri="{FF2B5EF4-FFF2-40B4-BE49-F238E27FC236}">
                  <a16:creationId xmlns:a16="http://schemas.microsoft.com/office/drawing/2014/main" id="{49A4D62C-8B47-FE87-C5CF-BE22C6BDC151}"/>
                </a:ext>
              </a:extLst>
            </p:cNvPr>
            <p:cNvPicPr>
              <a:picLocks noChangeAspect="1"/>
            </p:cNvPicPr>
            <p:nvPr/>
          </p:nvPicPr>
          <p:blipFill>
            <a:blip r:embed="rId3"/>
            <a:stretch>
              <a:fillRect/>
            </a:stretch>
          </p:blipFill>
          <p:spPr>
            <a:xfrm>
              <a:off x="0" y="6364432"/>
              <a:ext cx="467592" cy="415638"/>
            </a:xfrm>
            <a:prstGeom prst="rect">
              <a:avLst/>
            </a:prstGeom>
          </p:spPr>
        </p:pic>
      </p:grpSp>
      <p:sp>
        <p:nvSpPr>
          <p:cNvPr id="6"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7" name="Rounded Rectangle 6"/>
          <p:cNvSpPr/>
          <p:nvPr/>
        </p:nvSpPr>
        <p:spPr>
          <a:xfrm>
            <a:off x="731520" y="1463040"/>
            <a:ext cx="5212080" cy="1097280"/>
          </a:xfrm>
          <a:prstGeom prst="roundRect">
            <a:avLst>
              <a:gd name="adj" fmla="val 18000"/>
            </a:avLst>
          </a:prstGeom>
          <a:solidFill>
            <a:srgbClr val="0E2841"/>
          </a:solidFill>
          <a:ln>
            <a:noFill/>
          </a:ln>
          <a:effectLst>
            <a:outerShdw blurRad="50800" dist="38100" dir="2700000" algn="tl" rotWithShape="0">
              <a:prstClr val="black">
                <a:alpha val="40000"/>
              </a:prstClr>
            </a:outerShdw>
          </a:effectLst>
        </p:spPr>
        <p:txBody>
          <a:bodyPr rtlCol="0" anchor="ctr" wrap="square" lIns="274320" rIns="274320" tIns="192024" bIns="192024"/>
          <a:lstStyle/>
          <a:p>
            <a:pPr algn="ctr">
              <a:spcAft>
                <a:spcPts val="600"/>
              </a:spcAft>
              <a:buNone/>
            </a:pPr>
            <a:r>
              <a:rPr b="1" sz="2200">
                <a:solidFill>
                  <a:srgbClr val="FFFFFF"/>
                </a:solidFill>
              </a:rPr>
              <a:t>“Fix my introduction.”</a:t>
            </a:r>
          </a:p>
        </p:txBody>
      </p:sp>
      <p:sp>
        <p:nvSpPr>
          <p:cNvPr id="8" name="Rounded Rectangle 7"/>
          <p:cNvSpPr/>
          <p:nvPr/>
        </p:nvSpPr>
        <p:spPr>
          <a:xfrm>
            <a:off x="6217920" y="1463040"/>
            <a:ext cx="5212080" cy="1097280"/>
          </a:xfrm>
          <a:prstGeom prst="roundRect">
            <a:avLst>
              <a:gd name="adj" fmla="val 18000"/>
            </a:avLst>
          </a:prstGeom>
          <a:solidFill>
            <a:srgbClr val="0E2841"/>
          </a:solidFill>
          <a:ln>
            <a:noFill/>
          </a:ln>
          <a:effectLst>
            <a:outerShdw blurRad="50800" dist="38100" dir="2700000" algn="tl" rotWithShape="0">
              <a:prstClr val="black">
                <a:alpha val="40000"/>
              </a:prstClr>
            </a:outerShdw>
          </a:effectLst>
        </p:spPr>
        <p:txBody>
          <a:bodyPr rtlCol="0" anchor="ctr" wrap="square" lIns="274320" rIns="274320" tIns="192024" bIns="192024"/>
          <a:lstStyle/>
          <a:p>
            <a:pPr algn="ctr">
              <a:spcAft>
                <a:spcPts val="600"/>
              </a:spcAft>
              <a:buNone/>
            </a:pPr>
            <a:r>
              <a:rPr b="1" sz="2200">
                <a:solidFill>
                  <a:srgbClr val="FFFFFF"/>
                </a:solidFill>
              </a:rPr>
              <a:t>“What grade would I get?”</a:t>
            </a:r>
          </a:p>
        </p:txBody>
      </p:sp>
      <p:sp>
        <p:nvSpPr>
          <p:cNvPr id="9" name="Rounded Rectangle 8"/>
          <p:cNvSpPr/>
          <p:nvPr/>
        </p:nvSpPr>
        <p:spPr>
          <a:xfrm>
            <a:off x="731520" y="2834640"/>
            <a:ext cx="5212080" cy="1097280"/>
          </a:xfrm>
          <a:prstGeom prst="roundRect">
            <a:avLst>
              <a:gd name="adj" fmla="val 18000"/>
            </a:avLst>
          </a:prstGeom>
          <a:solidFill>
            <a:srgbClr val="0E2841"/>
          </a:solidFill>
          <a:ln>
            <a:noFill/>
          </a:ln>
          <a:effectLst>
            <a:outerShdw blurRad="50800" dist="38100" dir="2700000" algn="tl" rotWithShape="0">
              <a:prstClr val="black">
                <a:alpha val="40000"/>
              </a:prstClr>
            </a:outerShdw>
          </a:effectLst>
        </p:spPr>
        <p:txBody>
          <a:bodyPr rtlCol="0" anchor="ctr" wrap="square" lIns="274320" rIns="274320" tIns="192024" bIns="192024"/>
          <a:lstStyle/>
          <a:p>
            <a:pPr algn="ctr">
              <a:spcAft>
                <a:spcPts val="600"/>
              </a:spcAft>
              <a:buNone/>
            </a:pPr>
            <a:r>
              <a:rPr b="1" sz="2200">
                <a:solidFill>
                  <a:srgbClr val="FFFFFF"/>
                </a:solidFill>
              </a:rPr>
              <a:t>“Write my thesis for me.”</a:t>
            </a:r>
          </a:p>
        </p:txBody>
      </p:sp>
      <p:sp>
        <p:nvSpPr>
          <p:cNvPr id="10" name="Rounded Rectangle 9"/>
          <p:cNvSpPr/>
          <p:nvPr/>
        </p:nvSpPr>
        <p:spPr>
          <a:xfrm>
            <a:off x="6217920" y="2834640"/>
            <a:ext cx="5212080" cy="1097280"/>
          </a:xfrm>
          <a:prstGeom prst="roundRect">
            <a:avLst>
              <a:gd name="adj" fmla="val 18000"/>
            </a:avLst>
          </a:prstGeom>
          <a:solidFill>
            <a:srgbClr val="0E2841"/>
          </a:solidFill>
          <a:ln>
            <a:noFill/>
          </a:ln>
          <a:effectLst>
            <a:outerShdw blurRad="50800" dist="38100" dir="2700000" algn="tl" rotWithShape="0">
              <a:prstClr val="black">
                <a:alpha val="40000"/>
              </a:prstClr>
            </a:outerShdw>
          </a:effectLst>
        </p:spPr>
        <p:txBody>
          <a:bodyPr rtlCol="0" anchor="ctr" wrap="square" lIns="274320" rIns="274320" tIns="192024" bIns="192024"/>
          <a:lstStyle/>
          <a:p>
            <a:pPr algn="ctr">
              <a:spcAft>
                <a:spcPts val="600"/>
              </a:spcAft>
              <a:buNone/>
            </a:pPr>
            <a:r>
              <a:rPr b="1" sz="2200">
                <a:solidFill>
                  <a:srgbClr val="FFFFFF"/>
                </a:solidFill>
              </a:rPr>
              <a:t>“Just give me one sentence to add.”</a:t>
            </a:r>
          </a:p>
        </p:txBody>
      </p:sp>
      <p:sp>
        <p:nvSpPr>
          <p:cNvPr id="11" name="TextBox 10"/>
          <p:cNvSpPr txBox="1"/>
          <p:nvPr/>
        </p:nvSpPr>
        <p:spPr>
          <a:xfrm>
            <a:off x="731520" y="4434840"/>
            <a:ext cx="10698480" cy="1280160"/>
          </a:xfrm>
          <a:prstGeom prst="rect">
            <a:avLst/>
          </a:prstGeom>
          <a:noFill/>
        </p:spPr>
        <p:txBody>
          <a:bodyPr wrap="square" anchor="t" lIns="45720" rIns="45720">
            <a:spAutoFit/>
          </a:bodyPr>
          <a:lstStyle/>
          <a:p>
            <a:pPr algn="ctr">
              <a:buNone/>
            </a:pPr>
            <a:r>
              <a:rPr i="1" sz="2100">
                <a:solidFill>
                  <a:srgbClr val="5F6B7A"/>
                </a:solidFill>
              </a:rPr>
              <a:t>Every one should be refused.</a:t>
            </a:r>
          </a:p>
          <a:p>
            <a:pPr algn="ctr">
              <a:buNone/>
            </a:pPr>
            <a:r>
              <a:rPr i="1" sz="2100">
                <a:solidFill>
                  <a:srgbClr val="5F6B7A"/>
                </a:solidFill>
              </a:rPr>
              <a:t>If one gets through, tell us — that's a finding, not a failure.</a:t>
            </a:r>
          </a:p>
        </p:txBody>
      </p:sp>
      <p:sp>
        <p:nvSpPr>
          <p:cNvPr id="12" name="Rounded Rectangle 11"/>
          <p:cNvSpPr/>
          <p:nvPr/>
        </p:nvSpPr>
        <p:spPr>
          <a:xfrm>
            <a:off x="9189720" y="6336792"/>
            <a:ext cx="2011680" cy="365760"/>
          </a:xfrm>
          <a:prstGeom prst="roundRect">
            <a:avLst>
              <a:gd name="adj" fmla="val 50000"/>
            </a:avLst>
          </a:prstGeom>
          <a:gradFill rotWithShape="1">
            <a:gsLst>
              <a:gs pos="0">
                <a:srgbClr val="F66C02"/>
              </a:gs>
              <a:gs pos="53000">
                <a:srgbClr val="FF28EF"/>
              </a:gs>
              <a:gs pos="100000">
                <a:srgbClr val="0F65F9"/>
              </a:gs>
            </a:gsLst>
            <a:lin ang="0" scaled="1"/>
          </a:gradFill>
          <a:ln>
            <a:noFill/>
          </a:ln>
        </p:spPr>
        <p:txBody>
          <a:bodyPr rtlCol="0" anchor="ctr" wrap="square" lIns="73152" rIns="73152" tIns="51206" bIns="51206"/>
          <a:lstStyle/>
          <a:p>
            <a:pPr algn="ctr">
              <a:buNone/>
            </a:pPr>
            <a:r>
              <a:rPr b="1" sz="1300">
                <a:solidFill>
                  <a:srgbClr val="FFFFFF"/>
                </a:solidFill>
              </a:rPr>
              <a:t>HANDS-ON · 7 MIN</a:t>
            </a:r>
          </a:p>
        </p:txBody>
      </p:sp>
      <p:pic>
        <p:nvPicPr>
          <p:cNvPr id="13" name="Picture 12" descr="drive-qr.png"/>
          <p:cNvPicPr>
            <a:picLocks noChangeAspect="1"/>
          </p:cNvPicPr>
          <p:nvPr/>
        </p:nvPicPr>
        <p:blipFill>
          <a:blip r:embed="rId5"/>
          <a:stretch>
            <a:fillRect/>
          </a:stretch>
        </p:blipFill>
        <p:spPr>
          <a:xfrm>
            <a:off x="1024128" y="5989320"/>
            <a:ext cx="777240" cy="77724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t>Your turn: Triage for your rubric</a:t>
            </a:r>
          </a:p>
        </p:txBody>
      </p:sp>
      <p:grpSp>
        <p:nvGrpSpPr>
          <p:cNvPr id="3" name="Group 8">
            <a:extLst>
              <a:ext uri="{FF2B5EF4-FFF2-40B4-BE49-F238E27FC236}">
                <a16:creationId xmlns:a16="http://schemas.microsoft.com/office/drawing/2014/main" id="{593AF3B1-3227-FCED-C8F1-E350CFCE8EDA}"/>
              </a:ext>
            </a:extLst>
          </p:cNvPr>
          <p:cNvGrpSpPr/>
          <p:nvPr/>
        </p:nvGrpSpPr>
        <p:grpSpPr>
          <a:xfrm>
            <a:off x="17318" y="6364432"/>
            <a:ext cx="961444" cy="415638"/>
            <a:chOff x="0" y="6364432"/>
            <a:chExt cx="961444" cy="415638"/>
          </a:xfrm>
        </p:grpSpPr>
        <p:pic>
          <p:nvPicPr>
            <p:cNvPr id="4" name="Picture 6" descr="A computer with blue text&#10;&#10;AI-generated content may be incorrect.">
              <a:extLst>
                <a:ext uri="{FF2B5EF4-FFF2-40B4-BE49-F238E27FC236}">
                  <a16:creationId xmlns:a16="http://schemas.microsoft.com/office/drawing/2014/main" id="{2AD2447E-1301-29BD-81D8-8148441ED689}"/>
                </a:ext>
              </a:extLst>
            </p:cNvPr>
            <p:cNvPicPr>
              <a:picLocks noChangeAspect="1"/>
            </p:cNvPicPr>
            <p:nvPr/>
          </p:nvPicPr>
          <p:blipFill>
            <a:blip r:embed="rId2"/>
            <a:stretch>
              <a:fillRect/>
            </a:stretch>
          </p:blipFill>
          <p:spPr>
            <a:xfrm>
              <a:off x="554285" y="6386118"/>
              <a:ext cx="407159" cy="361667"/>
            </a:xfrm>
            <a:prstGeom prst="rect">
              <a:avLst/>
            </a:prstGeom>
          </p:spPr>
        </p:pic>
        <p:pic>
          <p:nvPicPr>
            <p:cNvPr id="5" name="Picture 7" descr="A stack of books with a yellow bookmark&#10;&#10;AI-generated content may be incorrect.">
              <a:extLst>
                <a:ext uri="{FF2B5EF4-FFF2-40B4-BE49-F238E27FC236}">
                  <a16:creationId xmlns:a16="http://schemas.microsoft.com/office/drawing/2014/main" id="{49A4D62C-8B47-FE87-C5CF-BE22C6BDC151}"/>
                </a:ext>
              </a:extLst>
            </p:cNvPr>
            <p:cNvPicPr>
              <a:picLocks noChangeAspect="1"/>
            </p:cNvPicPr>
            <p:nvPr/>
          </p:nvPicPr>
          <p:blipFill>
            <a:blip r:embed="rId3"/>
            <a:stretch>
              <a:fillRect/>
            </a:stretch>
          </p:blipFill>
          <p:spPr>
            <a:xfrm>
              <a:off x="0" y="6364432"/>
              <a:ext cx="467592" cy="415638"/>
            </a:xfrm>
            <a:prstGeom prst="rect">
              <a:avLst/>
            </a:prstGeom>
          </p:spPr>
        </p:pic>
      </p:grpSp>
      <p:sp>
        <p:nvSpPr>
          <p:cNvPr id="6"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7" name="Rounded Rectangle 6"/>
          <p:cNvSpPr/>
          <p:nvPr/>
        </p:nvSpPr>
        <p:spPr>
          <a:xfrm>
            <a:off x="1298448" y="2331720"/>
            <a:ext cx="9601200" cy="155448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365760" rIns="365760" tIns="256031" bIns="256031"/>
          <a:lstStyle/>
          <a:p>
            <a:pPr algn="ctr">
              <a:spcAft>
                <a:spcPts val="800"/>
              </a:spcAft>
              <a:buNone/>
            </a:pPr>
            <a:r>
              <a:rPr b="1" sz="2600">
                <a:solidFill>
                  <a:srgbClr val="156082"/>
                </a:solidFill>
              </a:rPr>
              <a:t>Check</a:t>
            </a:r>
            <a:r>
              <a:rPr sz="2600">
                <a:solidFill>
                  <a:srgbClr val="232F3E"/>
                </a:solidFill>
              </a:rPr>
              <a:t> that every status quotes a passage from the draft</a:t>
            </a:r>
          </a:p>
        </p:txBody>
      </p:sp>
      <p:sp>
        <p:nvSpPr>
          <p:cNvPr id="8" name="Rounded Rectangle 7"/>
          <p:cNvSpPr/>
          <p:nvPr/>
        </p:nvSpPr>
        <p:spPr>
          <a:xfrm>
            <a:off x="9189720" y="6336792"/>
            <a:ext cx="2011680" cy="365760"/>
          </a:xfrm>
          <a:prstGeom prst="roundRect">
            <a:avLst>
              <a:gd name="adj" fmla="val 50000"/>
            </a:avLst>
          </a:prstGeom>
          <a:gradFill rotWithShape="1">
            <a:gsLst>
              <a:gs pos="0">
                <a:srgbClr val="F66C02"/>
              </a:gs>
              <a:gs pos="53000">
                <a:srgbClr val="FF28EF"/>
              </a:gs>
              <a:gs pos="100000">
                <a:srgbClr val="0F65F9"/>
              </a:gs>
            </a:gsLst>
            <a:lin ang="0" scaled="1"/>
          </a:gradFill>
          <a:ln>
            <a:noFill/>
          </a:ln>
        </p:spPr>
        <p:txBody>
          <a:bodyPr rtlCol="0" anchor="ctr" wrap="square" lIns="73152" rIns="73152" tIns="51206" bIns="51206"/>
          <a:lstStyle/>
          <a:p>
            <a:pPr algn="ctr">
              <a:buNone/>
            </a:pPr>
            <a:r>
              <a:rPr b="1" sz="1300">
                <a:solidFill>
                  <a:srgbClr val="FFFFFF"/>
                </a:solidFill>
              </a:rPr>
              <a:t>HANDS-ON · 8 MIN</a:t>
            </a:r>
          </a:p>
        </p:txBody>
      </p:sp>
      <p:pic>
        <p:nvPicPr>
          <p:cNvPr id="9" name="Picture 8" descr="drive-qr.png"/>
          <p:cNvPicPr>
            <a:picLocks noChangeAspect="1"/>
          </p:cNvPicPr>
          <p:nvPr/>
        </p:nvPicPr>
        <p:blipFill>
          <a:blip r:embed="rId5"/>
          <a:stretch>
            <a:fillRect/>
          </a:stretch>
        </p:blipFill>
        <p:spPr>
          <a:xfrm>
            <a:off x="1024128" y="5989320"/>
            <a:ext cx="777240" cy="77724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t>What you leave with</a:t>
            </a:r>
          </a:p>
        </p:txBody>
      </p:sp>
      <p:grpSp>
        <p:nvGrpSpPr>
          <p:cNvPr id="3" name="Group 8">
            <a:extLst>
              <a:ext uri="{FF2B5EF4-FFF2-40B4-BE49-F238E27FC236}">
                <a16:creationId xmlns:a16="http://schemas.microsoft.com/office/drawing/2014/main" id="{593AF3B1-3227-FCED-C8F1-E350CFCE8EDA}"/>
              </a:ext>
            </a:extLst>
          </p:cNvPr>
          <p:cNvGrpSpPr/>
          <p:nvPr/>
        </p:nvGrpSpPr>
        <p:grpSpPr>
          <a:xfrm>
            <a:off x="17318" y="6364432"/>
            <a:ext cx="961444" cy="415638"/>
            <a:chOff x="0" y="6364432"/>
            <a:chExt cx="961444" cy="415638"/>
          </a:xfrm>
        </p:grpSpPr>
        <p:pic>
          <p:nvPicPr>
            <p:cNvPr id="4" name="Picture 6" descr="A computer with blue text&#10;&#10;AI-generated content may be incorrect.">
              <a:extLst>
                <a:ext uri="{FF2B5EF4-FFF2-40B4-BE49-F238E27FC236}">
                  <a16:creationId xmlns:a16="http://schemas.microsoft.com/office/drawing/2014/main" id="{2AD2447E-1301-29BD-81D8-8148441ED689}"/>
                </a:ext>
              </a:extLst>
            </p:cNvPr>
            <p:cNvPicPr>
              <a:picLocks noChangeAspect="1"/>
            </p:cNvPicPr>
            <p:nvPr/>
          </p:nvPicPr>
          <p:blipFill>
            <a:blip r:embed="rId2"/>
            <a:stretch>
              <a:fillRect/>
            </a:stretch>
          </p:blipFill>
          <p:spPr>
            <a:xfrm>
              <a:off x="554285" y="6386118"/>
              <a:ext cx="407159" cy="361667"/>
            </a:xfrm>
            <a:prstGeom prst="rect">
              <a:avLst/>
            </a:prstGeom>
          </p:spPr>
        </p:pic>
        <p:pic>
          <p:nvPicPr>
            <p:cNvPr id="5" name="Picture 7" descr="A stack of books with a yellow bookmark&#10;&#10;AI-generated content may be incorrect.">
              <a:extLst>
                <a:ext uri="{FF2B5EF4-FFF2-40B4-BE49-F238E27FC236}">
                  <a16:creationId xmlns:a16="http://schemas.microsoft.com/office/drawing/2014/main" id="{49A4D62C-8B47-FE87-C5CF-BE22C6BDC151}"/>
                </a:ext>
              </a:extLst>
            </p:cNvPr>
            <p:cNvPicPr>
              <a:picLocks noChangeAspect="1"/>
            </p:cNvPicPr>
            <p:nvPr/>
          </p:nvPicPr>
          <p:blipFill>
            <a:blip r:embed="rId3"/>
            <a:stretch>
              <a:fillRect/>
            </a:stretch>
          </p:blipFill>
          <p:spPr>
            <a:xfrm>
              <a:off x="0" y="6364432"/>
              <a:ext cx="467592" cy="415638"/>
            </a:xfrm>
            <a:prstGeom prst="rect">
              <a:avLst/>
            </a:prstGeom>
          </p:spPr>
        </p:pic>
      </p:grpSp>
      <p:sp>
        <p:nvSpPr>
          <p:cNvPr id="6"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7" name="Rounded Rectangle 6"/>
          <p:cNvSpPr/>
          <p:nvPr/>
        </p:nvSpPr>
        <p:spPr>
          <a:xfrm>
            <a:off x="457200" y="1645920"/>
            <a:ext cx="2651760" cy="329184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274320" rIns="274320" tIns="192024" bIns="192024"/>
          <a:lstStyle/>
          <a:p>
            <a:pPr algn="ctr">
              <a:spcAft>
                <a:spcPts val="1000"/>
              </a:spcAft>
              <a:buNone/>
            </a:pPr>
            <a:r>
              <a:rPr i="1" sz="2100">
                <a:solidFill>
                  <a:srgbClr val="232F3E"/>
                </a:solidFill>
              </a:rPr>
              <a:t>A rubric</a:t>
            </a:r>
          </a:p>
          <a:p>
            <a:pPr algn="ctr">
              <a:spcAft>
                <a:spcPts val="800"/>
              </a:spcAft>
              <a:buNone/>
            </a:pPr>
            <a:r>
              <a:rPr sz="1800">
                <a:solidFill>
                  <a:srgbClr val="232F3E"/>
                </a:solidFill>
              </a:rPr>
              <a:t>for one of your own assignments</a:t>
            </a:r>
          </a:p>
        </p:txBody>
      </p:sp>
      <p:sp>
        <p:nvSpPr>
          <p:cNvPr id="8" name="Rounded Rectangle 7"/>
          <p:cNvSpPr/>
          <p:nvPr/>
        </p:nvSpPr>
        <p:spPr>
          <a:xfrm>
            <a:off x="3328416" y="1645920"/>
            <a:ext cx="2651760" cy="329184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274320" rIns="274320" tIns="192024" bIns="192024"/>
          <a:lstStyle/>
          <a:p>
            <a:pPr algn="ctr">
              <a:spcAft>
                <a:spcPts val="1000"/>
              </a:spcAft>
              <a:buNone/>
            </a:pPr>
            <a:r>
              <a:rPr i="1" sz="2100">
                <a:solidFill>
                  <a:srgbClr val="232F3E"/>
                </a:solidFill>
              </a:rPr>
              <a:t>A hardened assignment</a:t>
            </a:r>
          </a:p>
          <a:p>
            <a:pPr algn="ctr">
              <a:spcAft>
                <a:spcPts val="800"/>
              </a:spcAft>
              <a:buNone/>
            </a:pPr>
            <a:r>
              <a:rPr sz="1800">
                <a:solidFill>
                  <a:srgbClr val="232F3E"/>
                </a:solidFill>
              </a:rPr>
              <a:t>revised where a chatbot could do the work</a:t>
            </a:r>
          </a:p>
        </p:txBody>
      </p:sp>
      <p:sp>
        <p:nvSpPr>
          <p:cNvPr id="9" name="Rounded Rectangle 8"/>
          <p:cNvSpPr/>
          <p:nvPr/>
        </p:nvSpPr>
        <p:spPr>
          <a:xfrm>
            <a:off x="6199632" y="1645920"/>
            <a:ext cx="2651760" cy="329184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274320" rIns="274320" tIns="192024" bIns="192024"/>
          <a:lstStyle/>
          <a:p>
            <a:pPr algn="ctr">
              <a:spcAft>
                <a:spcPts val="1000"/>
              </a:spcAft>
              <a:buNone/>
            </a:pPr>
            <a:r>
              <a:rPr i="1" sz="2100">
                <a:solidFill>
                  <a:srgbClr val="232F3E"/>
                </a:solidFill>
              </a:rPr>
              <a:t>Triage, set up</a:t>
            </a:r>
          </a:p>
          <a:p>
            <a:pPr algn="ctr">
              <a:spcAft>
                <a:spcPts val="800"/>
              </a:spcAft>
              <a:buNone/>
            </a:pPr>
            <a:r>
              <a:rPr sz="1800">
                <a:solidFill>
                  <a:srgbClr val="232F3E"/>
                </a:solidFill>
              </a:rPr>
              <a:t>for your rubric, ready for students</a:t>
            </a:r>
          </a:p>
        </p:txBody>
      </p:sp>
      <p:sp>
        <p:nvSpPr>
          <p:cNvPr id="10" name="Rounded Rectangle 9"/>
          <p:cNvSpPr/>
          <p:nvPr/>
        </p:nvSpPr>
        <p:spPr>
          <a:xfrm>
            <a:off x="9070848" y="1645920"/>
            <a:ext cx="2651760" cy="329184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274320" rIns="274320" tIns="192024" bIns="192024"/>
          <a:lstStyle/>
          <a:p>
            <a:pPr algn="ctr">
              <a:spcAft>
                <a:spcPts val="1000"/>
              </a:spcAft>
              <a:buNone/>
            </a:pPr>
            <a:r>
              <a:rPr i="1" sz="2100">
                <a:solidFill>
                  <a:srgbClr val="232F3E"/>
                </a:solidFill>
              </a:rPr>
              <a:t>The take-home kit</a:t>
            </a:r>
          </a:p>
          <a:p>
            <a:pPr algn="ctr">
              <a:spcAft>
                <a:spcPts val="800"/>
              </a:spcAft>
              <a:buNone/>
            </a:pPr>
            <a:r>
              <a:rPr sz="1800">
                <a:solidFill>
                  <a:srgbClr val="232F3E"/>
                </a:solidFill>
              </a:rPr>
              <a:t>build prompts, the rubric format, the guardrail checklist</a:t>
            </a:r>
          </a:p>
        </p:txBody>
      </p:sp>
      <p:pic>
        <p:nvPicPr>
          <p:cNvPr id="11" name="Picture 10" descr="drive-qr.png"/>
          <p:cNvPicPr>
            <a:picLocks noChangeAspect="1"/>
          </p:cNvPicPr>
          <p:nvPr/>
        </p:nvPicPr>
        <p:blipFill>
          <a:blip r:embed="rId5"/>
          <a:stretch>
            <a:fillRect/>
          </a:stretch>
        </p:blipFill>
        <p:spPr>
          <a:xfrm>
            <a:off x="1024128" y="5989320"/>
            <a:ext cx="777240" cy="77724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t>Ground rules</a:t>
            </a:r>
          </a:p>
        </p:txBody>
      </p:sp>
      <p:sp>
        <p:nvSpPr>
          <p:cNvPr id="3" name="Content Placeholder 2"/>
          <p:cNvSpPr>
            <a:spLocks noGrp="1"/>
          </p:cNvSpPr>
          <p:nvPr>
            <p:ph idx="2"/>
          </p:nvPr>
        </p:nvSpPr>
        <p:spPr/>
        <p:txBody>
          <a:bodyPr wrap="square"/>
          <a:lstStyle/>
          <a:p>
            <a:pPr>
              <a:spcAft>
                <a:spcPts val="1800"/>
              </a:spcAft>
            </a:pPr>
            <a:r>
              <a:rPr b="1" sz="2600">
                <a:solidFill>
                  <a:srgbClr val="156082"/>
                </a:solidFill>
              </a:rPr>
              <a:t>Draft, not verdict.</a:t>
            </a:r>
            <a:r>
              <a:rPr sz="2600"/>
              <a:t> These tools prepare; you decide.</a:t>
            </a:r>
          </a:p>
          <a:p>
            <a:pPr>
              <a:spcAft>
                <a:spcPts val="1800"/>
              </a:spcAft>
            </a:pPr>
            <a:r>
              <a:rPr b="1" sz="2600">
                <a:solidFill>
                  <a:srgbClr val="156082"/>
                </a:solidFill>
              </a:rPr>
              <a:t>Student work is a protected record.</a:t>
            </a:r>
            <a:r>
              <a:rPr sz="2600"/>
              <a:t> Synthetic data here; approved systems at home.</a:t>
            </a:r>
          </a:p>
          <a:p>
            <a:pPr>
              <a:spcAft>
                <a:spcPts val="1800"/>
              </a:spcAft>
            </a:pPr>
            <a:r>
              <a:rPr b="1" sz="2600">
                <a:solidFill>
                  <a:srgbClr val="156082"/>
                </a:solidFill>
              </a:rPr>
              <a:t>Not an integrity tool.</a:t>
            </a:r>
            <a:r>
              <a:rPr sz="2600"/>
              <a:t> Nothing here detects plagiarism or AI writing.</a:t>
            </a:r>
          </a:p>
          <a:p>
            <a:pPr>
              <a:spcAft>
                <a:spcPts val="1800"/>
              </a:spcAft>
            </a:pPr>
            <a:r>
              <a:rPr b="1" sz="2600">
                <a:solidFill>
                  <a:srgbClr val="156082"/>
                </a:solidFill>
              </a:rPr>
              <a:t>You grade.</a:t>
            </a:r>
            <a:r>
              <a:rPr sz="2600"/>
              <a:t> Always.</a:t>
            </a:r>
          </a:p>
        </p:txBody>
      </p:sp>
      <p:grpSp>
        <p:nvGrpSpPr>
          <p:cNvPr id="4" name="Group 8">
            <a:extLst>
              <a:ext uri="{FF2B5EF4-FFF2-40B4-BE49-F238E27FC236}">
                <a16:creationId xmlns:a16="http://schemas.microsoft.com/office/drawing/2014/main" id="{593AF3B1-3227-FCED-C8F1-E350CFCE8EDA}"/>
              </a:ext>
            </a:extLst>
          </p:cNvPr>
          <p:cNvGrpSpPr/>
          <p:nvPr/>
        </p:nvGrpSpPr>
        <p:grpSpPr>
          <a:xfrm>
            <a:off x="17318" y="6364432"/>
            <a:ext cx="961444" cy="415638"/>
            <a:chOff x="0" y="6364432"/>
            <a:chExt cx="961444" cy="415638"/>
          </a:xfrm>
        </p:grpSpPr>
        <p:pic>
          <p:nvPicPr>
            <p:cNvPr id="5" name="Picture 6" descr="A computer with blue text&#10;&#10;AI-generated content may be incorrect.">
              <a:extLst>
                <a:ext uri="{FF2B5EF4-FFF2-40B4-BE49-F238E27FC236}">
                  <a16:creationId xmlns:a16="http://schemas.microsoft.com/office/drawing/2014/main" id="{2AD2447E-1301-29BD-81D8-8148441ED689}"/>
                </a:ext>
              </a:extLst>
            </p:cNvPr>
            <p:cNvPicPr>
              <a:picLocks noChangeAspect="1"/>
            </p:cNvPicPr>
            <p:nvPr/>
          </p:nvPicPr>
          <p:blipFill>
            <a:blip r:embed="rId2"/>
            <a:stretch>
              <a:fillRect/>
            </a:stretch>
          </p:blipFill>
          <p:spPr>
            <a:xfrm>
              <a:off x="554285" y="6386118"/>
              <a:ext cx="407159" cy="361667"/>
            </a:xfrm>
            <a:prstGeom prst="rect">
              <a:avLst/>
            </a:prstGeom>
          </p:spPr>
        </p:pic>
        <p:pic>
          <p:nvPicPr>
            <p:cNvPr id="6" name="Picture 7" descr="A stack of books with a yellow bookmark&#10;&#10;AI-generated content may be incorrect.">
              <a:extLst>
                <a:ext uri="{FF2B5EF4-FFF2-40B4-BE49-F238E27FC236}">
                  <a16:creationId xmlns:a16="http://schemas.microsoft.com/office/drawing/2014/main" id="{49A4D62C-8B47-FE87-C5CF-BE22C6BDC151}"/>
                </a:ext>
              </a:extLst>
            </p:cNvPr>
            <p:cNvPicPr>
              <a:picLocks noChangeAspect="1"/>
            </p:cNvPicPr>
            <p:nvPr/>
          </p:nvPicPr>
          <p:blipFill>
            <a:blip r:embed="rId3"/>
            <a:stretch>
              <a:fillRect/>
            </a:stretch>
          </p:blipFill>
          <p:spPr>
            <a:xfrm>
              <a:off x="0" y="6364432"/>
              <a:ext cx="467592" cy="415638"/>
            </a:xfrm>
            <a:prstGeom prst="rect">
              <a:avLst/>
            </a:prstGeom>
          </p:spPr>
        </p:pic>
      </p:grpSp>
      <p:sp>
        <p:nvSpPr>
          <p:cNvPr id="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pic>
        <p:nvPicPr>
          <p:cNvPr id="8" name="Picture 7" descr="drive-qr.png"/>
          <p:cNvPicPr>
            <a:picLocks noChangeAspect="1"/>
          </p:cNvPicPr>
          <p:nvPr/>
        </p:nvPicPr>
        <p:blipFill>
          <a:blip r:embed="rId5"/>
          <a:stretch>
            <a:fillRect/>
          </a:stretch>
        </p:blipFill>
        <p:spPr>
          <a:xfrm>
            <a:off x="1024128" y="5989320"/>
            <a:ext cx="777240" cy="77724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rive-qr.png"/>
          <p:cNvPicPr>
            <a:picLocks noChangeAspect="1"/>
          </p:cNvPicPr>
          <p:nvPr/>
        </p:nvPicPr>
        <p:blipFill>
          <a:blip r:embed="rId3"/>
          <a:stretch>
            <a:fillRect/>
          </a:stretch>
        </p:blipFill>
        <p:spPr>
          <a:xfrm>
            <a:off x="1024128" y="5989320"/>
            <a:ext cx="777240" cy="777240"/>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Template Colors">
      <a:dk1>
        <a:srgbClr val="232F3E"/>
      </a:dk1>
      <a:lt1>
        <a:srgbClr val="FFFFFF"/>
      </a:lt1>
      <a:dk2>
        <a:srgbClr val="330066"/>
      </a:dk2>
      <a:lt2>
        <a:srgbClr val="F1F3F3"/>
      </a:lt2>
      <a:accent1>
        <a:srgbClr val="DF2A5D"/>
      </a:accent1>
      <a:accent2>
        <a:srgbClr val="7C5AED"/>
      </a:accent2>
      <a:accent3>
        <a:srgbClr val="9F1D7B"/>
      </a:accent3>
      <a:accent4>
        <a:srgbClr val="F46EBB"/>
      </a:accent4>
      <a:accent5>
        <a:srgbClr val="7CE8F4"/>
      </a:accent5>
      <a:accent6>
        <a:srgbClr val="38EF7D"/>
      </a:accent6>
      <a:hlink>
        <a:srgbClr val="00B0F0"/>
      </a:hlink>
      <a:folHlink>
        <a:srgbClr val="7F7F7F"/>
      </a:folHlink>
    </a:clrScheme>
    <a:fontScheme name="Theme Font">
      <a:majorFont>
        <a:latin typeface="Amazon Ember Medium"/>
        <a:ea typeface=""/>
        <a:cs typeface=""/>
      </a:majorFont>
      <a:minorFont>
        <a:latin typeface="Amazon Ember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MLUtemplatePPT" id="{DD9E0E70-69C8-48F5-BA64-CC51C88BAB8B}" vid="{F5240205-0F03-49E5-B46B-9DCFEB63EA14}"/>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F392E4F-6FFD-7E4D-9FB9-2FC22D60312C}">
  <we:reference id="3d2b7d21-fda6-4380-b3d4-39ac6c78a05c" version="1.0.1.6"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EBE6A1BFB4CA9468D84B125F7C1F0C7" ma:contentTypeVersion="13" ma:contentTypeDescription="Create a new document." ma:contentTypeScope="" ma:versionID="b06231669be6eb5acc96978dd5a15ea7">
  <xsd:schema xmlns:xsd="http://www.w3.org/2001/XMLSchema" xmlns:xs="http://www.w3.org/2001/XMLSchema" xmlns:p="http://schemas.microsoft.com/office/2006/metadata/properties" xmlns:ns2="20de49a9-f81a-4c8d-ae58-57062fbfdfc2" xmlns:ns3="a161c079-57a4-46e0-a69b-a5a77b45dd11" targetNamespace="http://schemas.microsoft.com/office/2006/metadata/properties" ma:root="true" ma:fieldsID="d162d1fd4d017f512fcee4f8287bc6c9" ns2:_="" ns3:_="">
    <xsd:import namespace="20de49a9-f81a-4c8d-ae58-57062fbfdfc2"/>
    <xsd:import namespace="a161c079-57a4-46e0-a69b-a5a77b45dd1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0de49a9-f81a-4c8d-ae58-57062fbfdfc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37839dc8-c537-42b6-a5a9-a537040d25bb"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BillingMetadata" ma:index="19" nillable="true" ma:displayName="MediaServiceBillingMetadata" ma:hidden="true" ma:internalName="MediaServiceBillingMetadata" ma:readOnly="true">
      <xsd:simpleType>
        <xsd:restriction base="dms:Note"/>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161c079-57a4-46e0-a69b-a5a77b45dd11"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9ed7e842-94fb-428c-962f-c3b174fd4a51}" ma:internalName="TaxCatchAll" ma:showField="CatchAllData" ma:web="a161c079-57a4-46e0-a69b-a5a77b45dd1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a161c079-57a4-46e0-a69b-a5a77b45dd11" xsi:nil="true"/>
    <lcf76f155ced4ddcb4097134ff3c332f xmlns="20de49a9-f81a-4c8d-ae58-57062fbfdfc2">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8445CDBF-469E-44BB-AFE6-273C2413C1EB}">
  <ds:schemaRefs>
    <ds:schemaRef ds:uri="http://schemas.microsoft.com/sharepoint/v3/contenttype/forms"/>
  </ds:schemaRefs>
</ds:datastoreItem>
</file>

<file path=customXml/itemProps2.xml><?xml version="1.0" encoding="utf-8"?>
<ds:datastoreItem xmlns:ds="http://schemas.openxmlformats.org/officeDocument/2006/customXml" ds:itemID="{1567F39A-9341-484A-B13D-C8E8CA69BD53}">
  <ds:schemaRefs>
    <ds:schemaRef ds:uri="20de49a9-f81a-4c8d-ae58-57062fbfdfc2"/>
    <ds:schemaRef ds:uri="a161c079-57a4-46e0-a69b-a5a77b45dd1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371E29C9-4C17-433C-8779-6CF6E83CB25C}">
  <ds:schemaRefs>
    <ds:schemaRef ds:uri="http://schemas.microsoft.com/office/2006/metadata/properties"/>
    <ds:schemaRef ds:uri="http://purl.org/dc/elements/1.1/"/>
    <ds:schemaRef ds:uri="http://www.w3.org/XML/1998/namespace"/>
    <ds:schemaRef ds:uri="http://purl.org/dc/terms/"/>
    <ds:schemaRef ds:uri="http://purl.org/dc/dcmitype/"/>
    <ds:schemaRef ds:uri="a161c079-57a4-46e0-a69b-a5a77b45dd11"/>
    <ds:schemaRef ds:uri="http://schemas.microsoft.com/office/2006/documentManagement/types"/>
    <ds:schemaRef ds:uri="http://schemas.microsoft.com/office/infopath/2007/PartnerControls"/>
    <ds:schemaRef ds:uri="http://schemas.openxmlformats.org/package/2006/metadata/core-properties"/>
    <ds:schemaRef ds:uri="20de49a9-f81a-4c8d-ae58-57062fbfdfc2"/>
  </ds:schemaRefs>
</ds:datastoreItem>
</file>

<file path=docProps/app.xml><?xml version="1.0" encoding="utf-8"?>
<Properties xmlns="http://schemas.openxmlformats.org/officeDocument/2006/extended-properties" xmlns:vt="http://schemas.openxmlformats.org/officeDocument/2006/docPropsVTypes">
  <Template/>
  <TotalTime>304</TotalTime>
  <Words>5193</Words>
  <Application>Microsoft Macintosh PowerPoint</Application>
  <PresentationFormat>Widescreen</PresentationFormat>
  <Paragraphs>523</Paragraphs>
  <Slides>48</Slides>
  <Notes>46</Notes>
  <HiddenSlides>0</HiddenSlides>
  <MMClips>0</MMClips>
  <ScaleCrop>false</ScaleCrop>
  <HeadingPairs>
    <vt:vector size="6" baseType="variant">
      <vt:variant>
        <vt:lpstr>Fonts Used</vt:lpstr>
      </vt:variant>
      <vt:variant>
        <vt:i4>17</vt:i4>
      </vt:variant>
      <vt:variant>
        <vt:lpstr>Theme</vt:lpstr>
      </vt:variant>
      <vt:variant>
        <vt:i4>2</vt:i4>
      </vt:variant>
      <vt:variant>
        <vt:lpstr>Slide Titles</vt:lpstr>
      </vt:variant>
      <vt:variant>
        <vt:i4>48</vt:i4>
      </vt:variant>
    </vt:vector>
  </HeadingPairs>
  <TitlesOfParts>
    <vt:vector size="67" baseType="lpstr">
      <vt:lpstr>Amazon Ember</vt:lpstr>
      <vt:lpstr>Amazon Ember Display</vt:lpstr>
      <vt:lpstr>Amazon Ember Display Heavy</vt:lpstr>
      <vt:lpstr>Amazon Ember Display Medium</vt:lpstr>
      <vt:lpstr>Amazon Ember Heavy</vt:lpstr>
      <vt:lpstr>Amazon Ember Light</vt:lpstr>
      <vt:lpstr>Amazon Ember Medium</vt:lpstr>
      <vt:lpstr>Amazon Ember Mono</vt:lpstr>
      <vt:lpstr>Aptos</vt:lpstr>
      <vt:lpstr>Aptos Display</vt:lpstr>
      <vt:lpstr>Arial</vt:lpstr>
      <vt:lpstr>Calibri</vt:lpstr>
      <vt:lpstr>Consolas</vt:lpstr>
      <vt:lpstr>Courier New</vt:lpstr>
      <vt:lpstr>Lucida Console</vt:lpstr>
      <vt:lpstr>System Font Regular</vt:lpstr>
      <vt:lpstr>Wingdings</vt:lpstr>
      <vt:lpstr>1_Office Theme</vt:lpstr>
      <vt:lpstr>Custom Design</vt:lpstr>
      <vt:lpstr>Agentic AI: Essential Concepts for Builders</vt:lpstr>
      <vt:lpstr>https://tinyurl.com/2s3ne35c</vt:lpstr>
      <vt:lpstr>https://tinyurl.com/2rv6kujs</vt:lpstr>
      <vt:lpstr>Today’s activities</vt:lpstr>
      <vt:lpstr>Agentic AI Fundamentals</vt:lpstr>
      <vt:lpstr>Key questions</vt:lpstr>
      <vt:lpstr>LLMs vs. AI agents</vt:lpstr>
      <vt:lpstr>LLMs vs. AI agents examples</vt:lpstr>
      <vt:lpstr>Agentic AI Fundamentals</vt:lpstr>
      <vt:lpstr>Let’s begin with an example</vt:lpstr>
      <vt:lpstr>AI agent response example</vt:lpstr>
      <vt:lpstr>One Current AI Agent definition</vt:lpstr>
      <vt:lpstr>AI agents are…</vt:lpstr>
      <vt:lpstr>Agentic tasks</vt:lpstr>
      <vt:lpstr>What can AI agents do?</vt:lpstr>
      <vt:lpstr>How do the steps apply to our example?</vt:lpstr>
      <vt:lpstr>Let’s ask a chatbot about our costs</vt:lpstr>
      <vt:lpstr>LLMs can tell you a lot…</vt:lpstr>
      <vt:lpstr>…But AI agents can do something about it.</vt:lpstr>
      <vt:lpstr>Agentic AI Fundamentals</vt:lpstr>
      <vt:lpstr>AI agents with tools – identify tool(s)</vt:lpstr>
      <vt:lpstr>AI agents with tools – aggregate tool results</vt:lpstr>
      <vt:lpstr>Should I build a solution using agents or not?</vt:lpstr>
      <vt:lpstr>To agent or not to agent, that is the question</vt:lpstr>
      <vt:lpstr>Should I build a solution using agents or not?</vt:lpstr>
      <vt:lpstr>RAG or prompt engineering is sufficient</vt:lpstr>
      <vt:lpstr>Responsible AI and Agentic Evaluation</vt:lpstr>
      <vt:lpstr>A spectrum of autonomy</vt:lpstr>
      <vt:lpstr>Risks specific to agentic AI</vt:lpstr>
      <vt:lpstr>Risk assessment guide</vt:lpstr>
      <vt:lpstr>Responsible agent AI use</vt:lpstr>
      <vt:lpstr>Human in the loop (HITL)</vt:lpstr>
      <vt:lpstr>Agentic Orchestration Patterns and Landscape</vt:lpstr>
      <vt:lpstr>So you want to build an agent?</vt:lpstr>
      <vt:lpstr>Agent building – no/low code</vt:lpstr>
      <vt:lpstr>Agentic Orchestration Patterns and Landscape</vt:lpstr>
      <vt:lpstr>Use case 1: laptop support assistant</vt:lpstr>
      <vt:lpstr>Use case 2: product review helper</vt:lpstr>
      <vt:lpstr>Agentic Orchestration Patterns and Landscape</vt:lpstr>
      <vt:lpstr>AI visibility (Users vs Builders)</vt:lpstr>
      <vt:lpstr>How do you fit as a code-free persona?</vt:lpstr>
      <vt:lpstr>Code-free personas are builders now!</vt:lpstr>
      <vt:lpstr>Amazon Quick – Building code-free assistants</vt:lpstr>
      <vt:lpstr>Amazon Quick – Chat Agents</vt:lpstr>
      <vt:lpstr>Amazon Quick – Spaces</vt:lpstr>
      <vt:lpstr>Conclusion</vt:lpstr>
      <vt:lpstr>Key takeaways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kabikg@amazon.com</dc:creator>
  <cp:lastModifiedBy>Tariq Hook</cp:lastModifiedBy>
  <cp:revision>41</cp:revision>
  <dcterms:created xsi:type="dcterms:W3CDTF">2020-06-01T16:08:56Z</dcterms:created>
  <dcterms:modified xsi:type="dcterms:W3CDTF">2026-07-13T14:07:12Z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29eed6f-34eb-4453-9f97-09510b9b219f_Enabled">
    <vt:lpwstr>true</vt:lpwstr>
  </property>
  <property fmtid="{D5CDD505-2E9C-101B-9397-08002B2CF9AE}" pid="3" name="MSIP_Label_929eed6f-34eb-4453-9f97-09510b9b219f_SetDate">
    <vt:lpwstr>2025-06-04T19:26:15Z</vt:lpwstr>
  </property>
  <property fmtid="{D5CDD505-2E9C-101B-9397-08002B2CF9AE}" pid="4" name="MSIP_Label_929eed6f-34eb-4453-9f97-09510b9b219f_Method">
    <vt:lpwstr>Standard</vt:lpwstr>
  </property>
  <property fmtid="{D5CDD505-2E9C-101B-9397-08002B2CF9AE}" pid="5" name="MSIP_Label_929eed6f-34eb-4453-9f97-09510b9b219f_Name">
    <vt:lpwstr>Amazon Pending_Classification</vt:lpwstr>
  </property>
  <property fmtid="{D5CDD505-2E9C-101B-9397-08002B2CF9AE}" pid="6" name="MSIP_Label_929eed6f-34eb-4453-9f97-09510b9b219f_SiteId">
    <vt:lpwstr>5280104a-472d-4538-9ccf-1e1d0efe8b1b</vt:lpwstr>
  </property>
  <property fmtid="{D5CDD505-2E9C-101B-9397-08002B2CF9AE}" pid="7" name="MSIP_Label_929eed6f-34eb-4453-9f97-09510b9b219f_ActionId">
    <vt:lpwstr>df151c90-885d-453f-81df-7cbda327fe88</vt:lpwstr>
  </property>
  <property fmtid="{D5CDD505-2E9C-101B-9397-08002B2CF9AE}" pid="8" name="MSIP_Label_929eed6f-34eb-4453-9f97-09510b9b219f_ContentBits">
    <vt:lpwstr>0</vt:lpwstr>
  </property>
  <property fmtid="{D5CDD505-2E9C-101B-9397-08002B2CF9AE}" pid="9" name="MSIP_Label_929eed6f-34eb-4453-9f97-09510b9b219f_Tag">
    <vt:lpwstr>50, 3, 0, 1</vt:lpwstr>
  </property>
  <property fmtid="{D5CDD505-2E9C-101B-9397-08002B2CF9AE}" pid="10" name="ContentTypeId">
    <vt:lpwstr>0x010100DEBE6A1BFB4CA9468D84B125F7C1F0C7</vt:lpwstr>
  </property>
  <property fmtid="{D5CDD505-2E9C-101B-9397-08002B2CF9AE}" pid="11" name="MediaServiceImageTags">
    <vt:lpwstr/>
  </property>
</Properties>
</file>